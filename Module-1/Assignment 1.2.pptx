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4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55"/>
    <p:restoredTop sz="93360"/>
  </p:normalViewPr>
  <p:slideViewPr>
    <p:cSldViewPr snapToGrid="0">
      <p:cViewPr varScale="1">
        <p:scale>
          <a:sx n="83" d="100"/>
          <a:sy n="83" d="100"/>
        </p:scale>
        <p:origin x="240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BBC2DF-4F61-4DC2-A814-89800324DEE6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78AA3CC-A97E-4FC4-A053-E27C3731316A}">
      <dgm:prSet custT="1"/>
      <dgm:spPr/>
      <dgm:t>
        <a:bodyPr/>
        <a:lstStyle/>
        <a:p>
          <a:r>
            <a:rPr lang="en-US" sz="3600" dirty="0"/>
            <a:t>Purpose: </a:t>
          </a:r>
        </a:p>
        <a:p>
          <a:r>
            <a:rPr lang="en-US" sz="2500" dirty="0"/>
            <a:t>Help the Medusa Corporation decide on an authentication management strategy.</a:t>
          </a:r>
        </a:p>
      </dgm:t>
    </dgm:pt>
    <dgm:pt modelId="{7AB01E04-E872-4541-A7A8-B17F99DFD87F}" type="parTrans" cxnId="{B67A9A76-DF0A-4E7A-8E85-1C0FD2106169}">
      <dgm:prSet/>
      <dgm:spPr/>
      <dgm:t>
        <a:bodyPr/>
        <a:lstStyle/>
        <a:p>
          <a:endParaRPr lang="en-US"/>
        </a:p>
      </dgm:t>
    </dgm:pt>
    <dgm:pt modelId="{10CB28A5-7B10-4E5D-BDBF-92520C7A1337}" type="sibTrans" cxnId="{B67A9A76-DF0A-4E7A-8E85-1C0FD2106169}">
      <dgm:prSet/>
      <dgm:spPr/>
      <dgm:t>
        <a:bodyPr/>
        <a:lstStyle/>
        <a:p>
          <a:endParaRPr lang="en-US"/>
        </a:p>
      </dgm:t>
    </dgm:pt>
    <dgm:pt modelId="{3B886FCA-8C63-4333-B531-6AB03B9653D8}">
      <dgm:prSet custT="1"/>
      <dgm:spPr/>
      <dgm:t>
        <a:bodyPr/>
        <a:lstStyle/>
        <a:p>
          <a:r>
            <a:rPr lang="en-US" sz="3600" dirty="0"/>
            <a:t>Goal: </a:t>
          </a:r>
        </a:p>
        <a:p>
          <a:r>
            <a:rPr lang="en-US" sz="2500" dirty="0"/>
            <a:t>Compare SSO, OAuth, and OpenID with descriptions, implementation steps, and pros and cons.</a:t>
          </a:r>
        </a:p>
      </dgm:t>
    </dgm:pt>
    <dgm:pt modelId="{83C00C73-58D6-452F-8F66-5771CAC5F3F1}" type="parTrans" cxnId="{430336D2-ECC6-457C-A113-B8DCD27191CE}">
      <dgm:prSet/>
      <dgm:spPr/>
      <dgm:t>
        <a:bodyPr/>
        <a:lstStyle/>
        <a:p>
          <a:endParaRPr lang="en-US"/>
        </a:p>
      </dgm:t>
    </dgm:pt>
    <dgm:pt modelId="{D8A578C6-FE48-4889-9C1D-1A2E5603C249}" type="sibTrans" cxnId="{430336D2-ECC6-457C-A113-B8DCD27191CE}">
      <dgm:prSet/>
      <dgm:spPr/>
      <dgm:t>
        <a:bodyPr/>
        <a:lstStyle/>
        <a:p>
          <a:endParaRPr lang="en-US"/>
        </a:p>
      </dgm:t>
    </dgm:pt>
    <dgm:pt modelId="{695D9EE7-7299-F34B-948A-1E6F860AB80D}" type="pres">
      <dgm:prSet presAssocID="{9DBBC2DF-4F61-4DC2-A814-89800324DEE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5E611F8-415E-0741-990D-217F88343E97}" type="pres">
      <dgm:prSet presAssocID="{378AA3CC-A97E-4FC4-A053-E27C3731316A}" presName="hierRoot1" presStyleCnt="0"/>
      <dgm:spPr/>
    </dgm:pt>
    <dgm:pt modelId="{6550489F-0189-8B46-9131-ECD8CA1D78F0}" type="pres">
      <dgm:prSet presAssocID="{378AA3CC-A97E-4FC4-A053-E27C3731316A}" presName="composite" presStyleCnt="0"/>
      <dgm:spPr/>
    </dgm:pt>
    <dgm:pt modelId="{43EE1430-15DD-7441-89DF-A33DCB35804D}" type="pres">
      <dgm:prSet presAssocID="{378AA3CC-A97E-4FC4-A053-E27C3731316A}" presName="background" presStyleLbl="node0" presStyleIdx="0" presStyleCnt="2"/>
      <dgm:spPr/>
    </dgm:pt>
    <dgm:pt modelId="{10EEA651-819E-9142-B36E-A450CEC5B2FD}" type="pres">
      <dgm:prSet presAssocID="{378AA3CC-A97E-4FC4-A053-E27C3731316A}" presName="text" presStyleLbl="fgAcc0" presStyleIdx="0" presStyleCnt="2">
        <dgm:presLayoutVars>
          <dgm:chPref val="3"/>
        </dgm:presLayoutVars>
      </dgm:prSet>
      <dgm:spPr/>
    </dgm:pt>
    <dgm:pt modelId="{A83A187C-8157-BC44-9245-19D1D11FBF36}" type="pres">
      <dgm:prSet presAssocID="{378AA3CC-A97E-4FC4-A053-E27C3731316A}" presName="hierChild2" presStyleCnt="0"/>
      <dgm:spPr/>
    </dgm:pt>
    <dgm:pt modelId="{B603F565-E657-3B40-8114-BE66C7671865}" type="pres">
      <dgm:prSet presAssocID="{3B886FCA-8C63-4333-B531-6AB03B9653D8}" presName="hierRoot1" presStyleCnt="0"/>
      <dgm:spPr/>
    </dgm:pt>
    <dgm:pt modelId="{E0CF035A-986F-1445-8B31-AC0137002FDB}" type="pres">
      <dgm:prSet presAssocID="{3B886FCA-8C63-4333-B531-6AB03B9653D8}" presName="composite" presStyleCnt="0"/>
      <dgm:spPr/>
    </dgm:pt>
    <dgm:pt modelId="{4289A782-E4F4-344A-B2DE-069EE83638FB}" type="pres">
      <dgm:prSet presAssocID="{3B886FCA-8C63-4333-B531-6AB03B9653D8}" presName="background" presStyleLbl="node0" presStyleIdx="1" presStyleCnt="2"/>
      <dgm:spPr/>
    </dgm:pt>
    <dgm:pt modelId="{8FF92EB6-63C9-4240-8F64-EF1A7377339D}" type="pres">
      <dgm:prSet presAssocID="{3B886FCA-8C63-4333-B531-6AB03B9653D8}" presName="text" presStyleLbl="fgAcc0" presStyleIdx="1" presStyleCnt="2">
        <dgm:presLayoutVars>
          <dgm:chPref val="3"/>
        </dgm:presLayoutVars>
      </dgm:prSet>
      <dgm:spPr/>
    </dgm:pt>
    <dgm:pt modelId="{7E7675A3-E564-974F-BEDB-B2DABA5E2A9C}" type="pres">
      <dgm:prSet presAssocID="{3B886FCA-8C63-4333-B531-6AB03B9653D8}" presName="hierChild2" presStyleCnt="0"/>
      <dgm:spPr/>
    </dgm:pt>
  </dgm:ptLst>
  <dgm:cxnLst>
    <dgm:cxn modelId="{0231D71A-12BF-974D-84C4-12D242B59EEC}" type="presOf" srcId="{378AA3CC-A97E-4FC4-A053-E27C3731316A}" destId="{10EEA651-819E-9142-B36E-A450CEC5B2FD}" srcOrd="0" destOrd="0" presId="urn:microsoft.com/office/officeart/2005/8/layout/hierarchy1"/>
    <dgm:cxn modelId="{FA756337-6780-974D-9BC2-9A0583F2BC67}" type="presOf" srcId="{9DBBC2DF-4F61-4DC2-A814-89800324DEE6}" destId="{695D9EE7-7299-F34B-948A-1E6F860AB80D}" srcOrd="0" destOrd="0" presId="urn:microsoft.com/office/officeart/2005/8/layout/hierarchy1"/>
    <dgm:cxn modelId="{B67A9A76-DF0A-4E7A-8E85-1C0FD2106169}" srcId="{9DBBC2DF-4F61-4DC2-A814-89800324DEE6}" destId="{378AA3CC-A97E-4FC4-A053-E27C3731316A}" srcOrd="0" destOrd="0" parTransId="{7AB01E04-E872-4541-A7A8-B17F99DFD87F}" sibTransId="{10CB28A5-7B10-4E5D-BDBF-92520C7A1337}"/>
    <dgm:cxn modelId="{430336D2-ECC6-457C-A113-B8DCD27191CE}" srcId="{9DBBC2DF-4F61-4DC2-A814-89800324DEE6}" destId="{3B886FCA-8C63-4333-B531-6AB03B9653D8}" srcOrd="1" destOrd="0" parTransId="{83C00C73-58D6-452F-8F66-5771CAC5F3F1}" sibTransId="{D8A578C6-FE48-4889-9C1D-1A2E5603C249}"/>
    <dgm:cxn modelId="{669532E0-F00D-D94C-9F18-E45A2D9246A5}" type="presOf" srcId="{3B886FCA-8C63-4333-B531-6AB03B9653D8}" destId="{8FF92EB6-63C9-4240-8F64-EF1A7377339D}" srcOrd="0" destOrd="0" presId="urn:microsoft.com/office/officeart/2005/8/layout/hierarchy1"/>
    <dgm:cxn modelId="{ECFA2F38-4888-574C-AAAE-3DB91C241FF0}" type="presParOf" srcId="{695D9EE7-7299-F34B-948A-1E6F860AB80D}" destId="{B5E611F8-415E-0741-990D-217F88343E97}" srcOrd="0" destOrd="0" presId="urn:microsoft.com/office/officeart/2005/8/layout/hierarchy1"/>
    <dgm:cxn modelId="{4837671E-AB51-9645-9293-21E672FAC98B}" type="presParOf" srcId="{B5E611F8-415E-0741-990D-217F88343E97}" destId="{6550489F-0189-8B46-9131-ECD8CA1D78F0}" srcOrd="0" destOrd="0" presId="urn:microsoft.com/office/officeart/2005/8/layout/hierarchy1"/>
    <dgm:cxn modelId="{28D59948-E07F-3F4B-9ADF-86A58721D689}" type="presParOf" srcId="{6550489F-0189-8B46-9131-ECD8CA1D78F0}" destId="{43EE1430-15DD-7441-89DF-A33DCB35804D}" srcOrd="0" destOrd="0" presId="urn:microsoft.com/office/officeart/2005/8/layout/hierarchy1"/>
    <dgm:cxn modelId="{8DB6DC23-2454-6145-A53D-70E4F3271092}" type="presParOf" srcId="{6550489F-0189-8B46-9131-ECD8CA1D78F0}" destId="{10EEA651-819E-9142-B36E-A450CEC5B2FD}" srcOrd="1" destOrd="0" presId="urn:microsoft.com/office/officeart/2005/8/layout/hierarchy1"/>
    <dgm:cxn modelId="{08BD18FC-783F-2247-9E35-5115D03C0F22}" type="presParOf" srcId="{B5E611F8-415E-0741-990D-217F88343E97}" destId="{A83A187C-8157-BC44-9245-19D1D11FBF36}" srcOrd="1" destOrd="0" presId="urn:microsoft.com/office/officeart/2005/8/layout/hierarchy1"/>
    <dgm:cxn modelId="{9AF3B22E-B85E-6446-B46F-599CD87F8745}" type="presParOf" srcId="{695D9EE7-7299-F34B-948A-1E6F860AB80D}" destId="{B603F565-E657-3B40-8114-BE66C7671865}" srcOrd="1" destOrd="0" presId="urn:microsoft.com/office/officeart/2005/8/layout/hierarchy1"/>
    <dgm:cxn modelId="{E40D682A-066F-9048-B8F6-32E744513139}" type="presParOf" srcId="{B603F565-E657-3B40-8114-BE66C7671865}" destId="{E0CF035A-986F-1445-8B31-AC0137002FDB}" srcOrd="0" destOrd="0" presId="urn:microsoft.com/office/officeart/2005/8/layout/hierarchy1"/>
    <dgm:cxn modelId="{2518C1B4-7CAA-7041-8BCD-72F1BE3CF20C}" type="presParOf" srcId="{E0CF035A-986F-1445-8B31-AC0137002FDB}" destId="{4289A782-E4F4-344A-B2DE-069EE83638FB}" srcOrd="0" destOrd="0" presId="urn:microsoft.com/office/officeart/2005/8/layout/hierarchy1"/>
    <dgm:cxn modelId="{1ADE95BE-CABA-A94D-8F55-C4E87A3CB3BC}" type="presParOf" srcId="{E0CF035A-986F-1445-8B31-AC0137002FDB}" destId="{8FF92EB6-63C9-4240-8F64-EF1A7377339D}" srcOrd="1" destOrd="0" presId="urn:microsoft.com/office/officeart/2005/8/layout/hierarchy1"/>
    <dgm:cxn modelId="{D950250F-E360-B94A-B631-597BD1C623C3}" type="presParOf" srcId="{B603F565-E657-3B40-8114-BE66C7671865}" destId="{7E7675A3-E564-974F-BEDB-B2DABA5E2A9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2DB8E7A-07F9-9847-99B6-7C3756E3ABE1}" type="doc">
      <dgm:prSet loTypeId="urn:microsoft.com/office/officeart/2005/8/layout/vList5" loCatId="list" qsTypeId="urn:microsoft.com/office/officeart/2005/8/quickstyle/3d7" qsCatId="3D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DA79B5AF-25B1-164D-BC5B-5AD5A0821574}">
      <dgm:prSet/>
      <dgm:spPr/>
      <dgm:t>
        <a:bodyPr/>
        <a:lstStyle/>
        <a:p>
          <a:r>
            <a:rPr lang="en-US" b="1" i="1" u="sng" dirty="0"/>
            <a:t>Single Sign-On (SSO) </a:t>
          </a:r>
          <a:r>
            <a:rPr lang="en-US" dirty="0"/>
            <a:t>allows users to log in once and access multiple applications without re-authenticating.  </a:t>
          </a:r>
        </a:p>
      </dgm:t>
    </dgm:pt>
    <dgm:pt modelId="{39D677DC-7F94-8C41-8634-5FF6BDD67821}" type="parTrans" cxnId="{1E3B92E4-2818-C14C-B334-68A16A3666F9}">
      <dgm:prSet/>
      <dgm:spPr/>
      <dgm:t>
        <a:bodyPr/>
        <a:lstStyle/>
        <a:p>
          <a:endParaRPr lang="en-US"/>
        </a:p>
      </dgm:t>
    </dgm:pt>
    <dgm:pt modelId="{E3EDF4F3-C8E9-3D43-B4C2-F55B52F9A5AD}" type="sibTrans" cxnId="{1E3B92E4-2818-C14C-B334-68A16A3666F9}">
      <dgm:prSet/>
      <dgm:spPr/>
      <dgm:t>
        <a:bodyPr/>
        <a:lstStyle/>
        <a:p>
          <a:endParaRPr lang="en-US"/>
        </a:p>
      </dgm:t>
    </dgm:pt>
    <dgm:pt modelId="{8C973D28-881A-C34B-BBC2-FE25992D22D4}">
      <dgm:prSet/>
      <dgm:spPr/>
      <dgm:t>
        <a:bodyPr/>
        <a:lstStyle/>
        <a:p>
          <a:r>
            <a:rPr lang="en-US" b="1" i="1" u="sng" dirty="0"/>
            <a:t>Open Authorization (OAuth) </a:t>
          </a:r>
          <a:r>
            <a:rPr lang="en-US" dirty="0"/>
            <a:t>is an authorization framework that allows applications to access data on behalf of a user without sharing passwords.</a:t>
          </a:r>
        </a:p>
      </dgm:t>
    </dgm:pt>
    <dgm:pt modelId="{512C9360-F899-4F42-A50B-2895B7BC61D4}" type="parTrans" cxnId="{0B0B3551-6BBF-D348-AB40-5981929B7D66}">
      <dgm:prSet/>
      <dgm:spPr/>
      <dgm:t>
        <a:bodyPr/>
        <a:lstStyle/>
        <a:p>
          <a:endParaRPr lang="en-US"/>
        </a:p>
      </dgm:t>
    </dgm:pt>
    <dgm:pt modelId="{17FA4E52-CB37-EB48-8A36-93F04684CD49}" type="sibTrans" cxnId="{0B0B3551-6BBF-D348-AB40-5981929B7D66}">
      <dgm:prSet/>
      <dgm:spPr/>
      <dgm:t>
        <a:bodyPr/>
        <a:lstStyle/>
        <a:p>
          <a:endParaRPr lang="en-US"/>
        </a:p>
      </dgm:t>
    </dgm:pt>
    <dgm:pt modelId="{7B72E684-EEE6-FD43-9E59-B3EE94E084EC}">
      <dgm:prSet/>
      <dgm:spPr/>
      <dgm:t>
        <a:bodyPr/>
        <a:lstStyle/>
        <a:p>
          <a:r>
            <a:rPr lang="en-US" b="1" i="1" u="sng"/>
            <a:t>OpenID Connect (OIDC) </a:t>
          </a:r>
          <a:r>
            <a:rPr lang="en-US"/>
            <a:t>is an authentication layer built on OAuth 2.0 that verifies user identity.</a:t>
          </a:r>
        </a:p>
      </dgm:t>
    </dgm:pt>
    <dgm:pt modelId="{02EC9AD1-948B-B649-9B55-D71049F84E60}" type="parTrans" cxnId="{7AA2A95E-CADB-F943-86A3-FE2E1140AB38}">
      <dgm:prSet/>
      <dgm:spPr/>
      <dgm:t>
        <a:bodyPr/>
        <a:lstStyle/>
        <a:p>
          <a:endParaRPr lang="en-US"/>
        </a:p>
      </dgm:t>
    </dgm:pt>
    <dgm:pt modelId="{82AB6B8D-6E9C-A54D-B241-362588CDD3A0}" type="sibTrans" cxnId="{7AA2A95E-CADB-F943-86A3-FE2E1140AB38}">
      <dgm:prSet/>
      <dgm:spPr/>
      <dgm:t>
        <a:bodyPr/>
        <a:lstStyle/>
        <a:p>
          <a:endParaRPr lang="en-US"/>
        </a:p>
      </dgm:t>
    </dgm:pt>
    <dgm:pt modelId="{05D7D692-8E52-B141-90A1-426C2BA06C55}" type="pres">
      <dgm:prSet presAssocID="{42DB8E7A-07F9-9847-99B6-7C3756E3ABE1}" presName="Name0" presStyleCnt="0">
        <dgm:presLayoutVars>
          <dgm:dir/>
          <dgm:animLvl val="lvl"/>
          <dgm:resizeHandles val="exact"/>
        </dgm:presLayoutVars>
      </dgm:prSet>
      <dgm:spPr/>
    </dgm:pt>
    <dgm:pt modelId="{B1325313-79C7-7842-AA3D-3090F5019896}" type="pres">
      <dgm:prSet presAssocID="{DA79B5AF-25B1-164D-BC5B-5AD5A0821574}" presName="linNode" presStyleCnt="0"/>
      <dgm:spPr/>
    </dgm:pt>
    <dgm:pt modelId="{3104CF15-7C5A-494D-B12F-CC0F8535CFBB}" type="pres">
      <dgm:prSet presAssocID="{DA79B5AF-25B1-164D-BC5B-5AD5A0821574}" presName="parentText" presStyleLbl="node1" presStyleIdx="0" presStyleCnt="3" custScaleX="251075">
        <dgm:presLayoutVars>
          <dgm:chMax val="1"/>
          <dgm:bulletEnabled val="1"/>
        </dgm:presLayoutVars>
      </dgm:prSet>
      <dgm:spPr/>
    </dgm:pt>
    <dgm:pt modelId="{5CD19681-7B5F-704E-8A62-8E912A8E0C00}" type="pres">
      <dgm:prSet presAssocID="{E3EDF4F3-C8E9-3D43-B4C2-F55B52F9A5AD}" presName="sp" presStyleCnt="0"/>
      <dgm:spPr/>
    </dgm:pt>
    <dgm:pt modelId="{4DFFCBC6-BE2F-EC4F-B2AD-8B137485A539}" type="pres">
      <dgm:prSet presAssocID="{8C973D28-881A-C34B-BBC2-FE25992D22D4}" presName="linNode" presStyleCnt="0"/>
      <dgm:spPr/>
    </dgm:pt>
    <dgm:pt modelId="{47651293-BB23-0E46-B8A4-F3EF7068AB02}" type="pres">
      <dgm:prSet presAssocID="{8C973D28-881A-C34B-BBC2-FE25992D22D4}" presName="parentText" presStyleLbl="node1" presStyleIdx="1" presStyleCnt="3" custScaleX="251075">
        <dgm:presLayoutVars>
          <dgm:chMax val="1"/>
          <dgm:bulletEnabled val="1"/>
        </dgm:presLayoutVars>
      </dgm:prSet>
      <dgm:spPr/>
    </dgm:pt>
    <dgm:pt modelId="{BC2A4144-AF40-9047-A7EA-6D9246D71F1F}" type="pres">
      <dgm:prSet presAssocID="{17FA4E52-CB37-EB48-8A36-93F04684CD49}" presName="sp" presStyleCnt="0"/>
      <dgm:spPr/>
    </dgm:pt>
    <dgm:pt modelId="{458007D0-BBBE-2C48-B375-4474A6AA6C95}" type="pres">
      <dgm:prSet presAssocID="{7B72E684-EEE6-FD43-9E59-B3EE94E084EC}" presName="linNode" presStyleCnt="0"/>
      <dgm:spPr/>
    </dgm:pt>
    <dgm:pt modelId="{695ACB80-E047-9D4C-9949-62BFD46B646D}" type="pres">
      <dgm:prSet presAssocID="{7B72E684-EEE6-FD43-9E59-B3EE94E084EC}" presName="parentText" presStyleLbl="node1" presStyleIdx="2" presStyleCnt="3" custScaleX="251075">
        <dgm:presLayoutVars>
          <dgm:chMax val="1"/>
          <dgm:bulletEnabled val="1"/>
        </dgm:presLayoutVars>
      </dgm:prSet>
      <dgm:spPr/>
    </dgm:pt>
  </dgm:ptLst>
  <dgm:cxnLst>
    <dgm:cxn modelId="{FEC3B604-5E62-9B42-8A59-DAB75AE6C0CD}" type="presOf" srcId="{42DB8E7A-07F9-9847-99B6-7C3756E3ABE1}" destId="{05D7D692-8E52-B141-90A1-426C2BA06C55}" srcOrd="0" destOrd="0" presId="urn:microsoft.com/office/officeart/2005/8/layout/vList5"/>
    <dgm:cxn modelId="{F1415C0F-1AF9-FE4B-9197-44619106AF33}" type="presOf" srcId="{8C973D28-881A-C34B-BBC2-FE25992D22D4}" destId="{47651293-BB23-0E46-B8A4-F3EF7068AB02}" srcOrd="0" destOrd="0" presId="urn:microsoft.com/office/officeart/2005/8/layout/vList5"/>
    <dgm:cxn modelId="{7BF78220-3B1D-E84E-95CA-A410FEE69515}" type="presOf" srcId="{7B72E684-EEE6-FD43-9E59-B3EE94E084EC}" destId="{695ACB80-E047-9D4C-9949-62BFD46B646D}" srcOrd="0" destOrd="0" presId="urn:microsoft.com/office/officeart/2005/8/layout/vList5"/>
    <dgm:cxn modelId="{0B0B3551-6BBF-D348-AB40-5981929B7D66}" srcId="{42DB8E7A-07F9-9847-99B6-7C3756E3ABE1}" destId="{8C973D28-881A-C34B-BBC2-FE25992D22D4}" srcOrd="1" destOrd="0" parTransId="{512C9360-F899-4F42-A50B-2895B7BC61D4}" sibTransId="{17FA4E52-CB37-EB48-8A36-93F04684CD49}"/>
    <dgm:cxn modelId="{7AA2A95E-CADB-F943-86A3-FE2E1140AB38}" srcId="{42DB8E7A-07F9-9847-99B6-7C3756E3ABE1}" destId="{7B72E684-EEE6-FD43-9E59-B3EE94E084EC}" srcOrd="2" destOrd="0" parTransId="{02EC9AD1-948B-B649-9B55-D71049F84E60}" sibTransId="{82AB6B8D-6E9C-A54D-B241-362588CDD3A0}"/>
    <dgm:cxn modelId="{906DAAA9-5E06-6948-BBC6-9C53334D392E}" type="presOf" srcId="{DA79B5AF-25B1-164D-BC5B-5AD5A0821574}" destId="{3104CF15-7C5A-494D-B12F-CC0F8535CFBB}" srcOrd="0" destOrd="0" presId="urn:microsoft.com/office/officeart/2005/8/layout/vList5"/>
    <dgm:cxn modelId="{1E3B92E4-2818-C14C-B334-68A16A3666F9}" srcId="{42DB8E7A-07F9-9847-99B6-7C3756E3ABE1}" destId="{DA79B5AF-25B1-164D-BC5B-5AD5A0821574}" srcOrd="0" destOrd="0" parTransId="{39D677DC-7F94-8C41-8634-5FF6BDD67821}" sibTransId="{E3EDF4F3-C8E9-3D43-B4C2-F55B52F9A5AD}"/>
    <dgm:cxn modelId="{FAA6B8B6-85DE-5A4E-9D7D-7E4927F5D613}" type="presParOf" srcId="{05D7D692-8E52-B141-90A1-426C2BA06C55}" destId="{B1325313-79C7-7842-AA3D-3090F5019896}" srcOrd="0" destOrd="0" presId="urn:microsoft.com/office/officeart/2005/8/layout/vList5"/>
    <dgm:cxn modelId="{530D788A-8569-4D46-9A19-98BCAF7149FF}" type="presParOf" srcId="{B1325313-79C7-7842-AA3D-3090F5019896}" destId="{3104CF15-7C5A-494D-B12F-CC0F8535CFBB}" srcOrd="0" destOrd="0" presId="urn:microsoft.com/office/officeart/2005/8/layout/vList5"/>
    <dgm:cxn modelId="{5BE1E1F2-3902-6F4C-B2C6-D4CCFA8EACF9}" type="presParOf" srcId="{05D7D692-8E52-B141-90A1-426C2BA06C55}" destId="{5CD19681-7B5F-704E-8A62-8E912A8E0C00}" srcOrd="1" destOrd="0" presId="urn:microsoft.com/office/officeart/2005/8/layout/vList5"/>
    <dgm:cxn modelId="{78F2F6DF-2CD3-0244-8271-224D22EC64AC}" type="presParOf" srcId="{05D7D692-8E52-B141-90A1-426C2BA06C55}" destId="{4DFFCBC6-BE2F-EC4F-B2AD-8B137485A539}" srcOrd="2" destOrd="0" presId="urn:microsoft.com/office/officeart/2005/8/layout/vList5"/>
    <dgm:cxn modelId="{8AFF4CAA-5FD8-124C-8797-1E9D099060EB}" type="presParOf" srcId="{4DFFCBC6-BE2F-EC4F-B2AD-8B137485A539}" destId="{47651293-BB23-0E46-B8A4-F3EF7068AB02}" srcOrd="0" destOrd="0" presId="urn:microsoft.com/office/officeart/2005/8/layout/vList5"/>
    <dgm:cxn modelId="{6BE9F1BE-89A5-C247-870F-37CA0A2FF2C0}" type="presParOf" srcId="{05D7D692-8E52-B141-90A1-426C2BA06C55}" destId="{BC2A4144-AF40-9047-A7EA-6D9246D71F1F}" srcOrd="3" destOrd="0" presId="urn:microsoft.com/office/officeart/2005/8/layout/vList5"/>
    <dgm:cxn modelId="{E51D6994-8269-7545-AC8D-2D50ED83026B}" type="presParOf" srcId="{05D7D692-8E52-B141-90A1-426C2BA06C55}" destId="{458007D0-BBBE-2C48-B375-4474A6AA6C95}" srcOrd="4" destOrd="0" presId="urn:microsoft.com/office/officeart/2005/8/layout/vList5"/>
    <dgm:cxn modelId="{F1472B9F-FC7B-6A4B-AE10-3CE1421FB5A1}" type="presParOf" srcId="{458007D0-BBBE-2C48-B375-4474A6AA6C95}" destId="{695ACB80-E047-9D4C-9949-62BFD46B646D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56CF9EF-395D-7C45-8584-7985295E4AD3}" type="doc">
      <dgm:prSet loTypeId="urn:microsoft.com/office/officeart/2005/8/layout/vList2" loCatId="list" qsTypeId="urn:microsoft.com/office/officeart/2005/8/quickstyle/3d1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C969A02-CCEF-FB48-B91F-CEE595319377}">
      <dgm:prSet/>
      <dgm:spPr/>
      <dgm:t>
        <a:bodyPr/>
        <a:lstStyle/>
        <a:p>
          <a:pPr algn="ctr"/>
          <a:r>
            <a:rPr lang="en-US" b="0" baseline="0" dirty="0"/>
            <a:t>SSO</a:t>
          </a:r>
          <a:endParaRPr lang="en-US" dirty="0"/>
        </a:p>
      </dgm:t>
    </dgm:pt>
    <dgm:pt modelId="{1C040920-F407-014A-A383-C71692B4F875}" type="parTrans" cxnId="{9CE90EA1-E62E-CC41-9E79-1D9B9E4985F4}">
      <dgm:prSet/>
      <dgm:spPr/>
      <dgm:t>
        <a:bodyPr/>
        <a:lstStyle/>
        <a:p>
          <a:endParaRPr lang="en-US"/>
        </a:p>
      </dgm:t>
    </dgm:pt>
    <dgm:pt modelId="{86FD4A7C-5565-284B-B929-A686D344DE5B}" type="sibTrans" cxnId="{9CE90EA1-E62E-CC41-9E79-1D9B9E4985F4}">
      <dgm:prSet/>
      <dgm:spPr/>
      <dgm:t>
        <a:bodyPr/>
        <a:lstStyle/>
        <a:p>
          <a:endParaRPr lang="en-US"/>
        </a:p>
      </dgm:t>
    </dgm:pt>
    <dgm:pt modelId="{D0F2F571-5E8C-9040-AEB5-C24328AB0587}" type="pres">
      <dgm:prSet presAssocID="{F56CF9EF-395D-7C45-8584-7985295E4AD3}" presName="linear" presStyleCnt="0">
        <dgm:presLayoutVars>
          <dgm:animLvl val="lvl"/>
          <dgm:resizeHandles val="exact"/>
        </dgm:presLayoutVars>
      </dgm:prSet>
      <dgm:spPr/>
    </dgm:pt>
    <dgm:pt modelId="{53C4DBC2-0B68-A346-9309-2F6562100398}" type="pres">
      <dgm:prSet presAssocID="{8C969A02-CCEF-FB48-B91F-CEE595319377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9CE90EA1-E62E-CC41-9E79-1D9B9E4985F4}" srcId="{F56CF9EF-395D-7C45-8584-7985295E4AD3}" destId="{8C969A02-CCEF-FB48-B91F-CEE595319377}" srcOrd="0" destOrd="0" parTransId="{1C040920-F407-014A-A383-C71692B4F875}" sibTransId="{86FD4A7C-5565-284B-B929-A686D344DE5B}"/>
    <dgm:cxn modelId="{D90667D0-69A0-E84C-AE19-C62A98213F02}" type="presOf" srcId="{F56CF9EF-395D-7C45-8584-7985295E4AD3}" destId="{D0F2F571-5E8C-9040-AEB5-C24328AB0587}" srcOrd="0" destOrd="0" presId="urn:microsoft.com/office/officeart/2005/8/layout/vList2"/>
    <dgm:cxn modelId="{4C3DDDEC-2E70-3E49-9699-B617B9B9E590}" type="presOf" srcId="{8C969A02-CCEF-FB48-B91F-CEE595319377}" destId="{53C4DBC2-0B68-A346-9309-2F6562100398}" srcOrd="0" destOrd="0" presId="urn:microsoft.com/office/officeart/2005/8/layout/vList2"/>
    <dgm:cxn modelId="{E23DEA21-FB8C-ED47-97CA-FFF922DA1D6B}" type="presParOf" srcId="{D0F2F571-5E8C-9040-AEB5-C24328AB0587}" destId="{53C4DBC2-0B68-A346-9309-2F656210039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6C1099B-1FCE-D045-96AE-C1EDA15E9FB0}" type="doc">
      <dgm:prSet loTypeId="urn:microsoft.com/office/officeart/2005/8/layout/lProcess3" loCatId="process" qsTypeId="urn:microsoft.com/office/officeart/2005/8/quickstyle/3d1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54AAF02-FAA0-034B-AF73-08160AAB20B8}">
      <dgm:prSet/>
      <dgm:spPr/>
      <dgm:t>
        <a:bodyPr/>
        <a:lstStyle/>
        <a:p>
          <a:r>
            <a:rPr lang="en-US"/>
            <a:t>Choose an SSO Provider (Okta, Azure, etc)</a:t>
          </a:r>
        </a:p>
      </dgm:t>
    </dgm:pt>
    <dgm:pt modelId="{EF042A4F-ED01-5E41-A3E5-B11372ABBC66}" type="parTrans" cxnId="{B096B3FD-10A3-304F-BBA1-DF618C008B29}">
      <dgm:prSet/>
      <dgm:spPr/>
      <dgm:t>
        <a:bodyPr/>
        <a:lstStyle/>
        <a:p>
          <a:endParaRPr lang="en-US"/>
        </a:p>
      </dgm:t>
    </dgm:pt>
    <dgm:pt modelId="{8521C59B-4C79-5C4C-B20F-98497D5A6631}" type="sibTrans" cxnId="{B096B3FD-10A3-304F-BBA1-DF618C008B29}">
      <dgm:prSet/>
      <dgm:spPr/>
      <dgm:t>
        <a:bodyPr/>
        <a:lstStyle/>
        <a:p>
          <a:endParaRPr lang="en-US"/>
        </a:p>
      </dgm:t>
    </dgm:pt>
    <dgm:pt modelId="{AC954BB2-D0E1-BF45-BB44-B25C8E5EC9C8}">
      <dgm:prSet/>
      <dgm:spPr/>
      <dgm:t>
        <a:bodyPr/>
        <a:lstStyle/>
        <a:p>
          <a:r>
            <a:rPr lang="en-US"/>
            <a:t>Integrate with each application</a:t>
          </a:r>
        </a:p>
      </dgm:t>
    </dgm:pt>
    <dgm:pt modelId="{0774DC51-BBA3-DB48-9CCB-563DB10328C5}" type="parTrans" cxnId="{B7ED9139-E515-3744-8783-9DE26EC3B6AC}">
      <dgm:prSet/>
      <dgm:spPr/>
      <dgm:t>
        <a:bodyPr/>
        <a:lstStyle/>
        <a:p>
          <a:endParaRPr lang="en-US"/>
        </a:p>
      </dgm:t>
    </dgm:pt>
    <dgm:pt modelId="{F0181806-7276-1C4C-8118-490F0DF0BBF1}" type="sibTrans" cxnId="{B7ED9139-E515-3744-8783-9DE26EC3B6AC}">
      <dgm:prSet/>
      <dgm:spPr/>
      <dgm:t>
        <a:bodyPr/>
        <a:lstStyle/>
        <a:p>
          <a:endParaRPr lang="en-US"/>
        </a:p>
      </dgm:t>
    </dgm:pt>
    <dgm:pt modelId="{8CA48612-7407-AF43-B2E5-7E3582EA88F4}">
      <dgm:prSet/>
      <dgm:spPr/>
      <dgm:t>
        <a:bodyPr/>
        <a:lstStyle/>
        <a:p>
          <a:r>
            <a:rPr lang="en-US"/>
            <a:t>Configure identity provider (IdP) and service provider (SP)</a:t>
          </a:r>
        </a:p>
      </dgm:t>
    </dgm:pt>
    <dgm:pt modelId="{EA80016C-097E-9341-AF7B-81A99617D2C9}" type="parTrans" cxnId="{1E9AEBC9-998E-0842-AB07-B5337188A503}">
      <dgm:prSet/>
      <dgm:spPr/>
      <dgm:t>
        <a:bodyPr/>
        <a:lstStyle/>
        <a:p>
          <a:endParaRPr lang="en-US"/>
        </a:p>
      </dgm:t>
    </dgm:pt>
    <dgm:pt modelId="{3E4E0D1D-2478-8D49-BAA7-795B945F544A}" type="sibTrans" cxnId="{1E9AEBC9-998E-0842-AB07-B5337188A503}">
      <dgm:prSet/>
      <dgm:spPr/>
      <dgm:t>
        <a:bodyPr/>
        <a:lstStyle/>
        <a:p>
          <a:endParaRPr lang="en-US"/>
        </a:p>
      </dgm:t>
    </dgm:pt>
    <dgm:pt modelId="{2D0237C2-81C3-4448-9C13-1978B8D5DDED}">
      <dgm:prSet/>
      <dgm:spPr/>
      <dgm:t>
        <a:bodyPr/>
        <a:lstStyle/>
        <a:p>
          <a:r>
            <a:rPr lang="en-US"/>
            <a:t>Test authentication flow for users.</a:t>
          </a:r>
        </a:p>
      </dgm:t>
    </dgm:pt>
    <dgm:pt modelId="{4A1EE8FF-E332-3840-916B-8747F5B183F1}" type="parTrans" cxnId="{E755EE60-F235-7A49-ADFD-A27F2698745D}">
      <dgm:prSet/>
      <dgm:spPr/>
      <dgm:t>
        <a:bodyPr/>
        <a:lstStyle/>
        <a:p>
          <a:endParaRPr lang="en-US"/>
        </a:p>
      </dgm:t>
    </dgm:pt>
    <dgm:pt modelId="{E667AD7C-4196-3645-8CFB-D216D57B82CB}" type="sibTrans" cxnId="{E755EE60-F235-7A49-ADFD-A27F2698745D}">
      <dgm:prSet/>
      <dgm:spPr/>
      <dgm:t>
        <a:bodyPr/>
        <a:lstStyle/>
        <a:p>
          <a:endParaRPr lang="en-US"/>
        </a:p>
      </dgm:t>
    </dgm:pt>
    <dgm:pt modelId="{9FA271E6-6937-9E4F-A584-CBAB60AA604E}" type="pres">
      <dgm:prSet presAssocID="{46C1099B-1FCE-D045-96AE-C1EDA15E9FB0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02EDEFE1-A5E9-704C-BECD-34BF35733EA2}" type="pres">
      <dgm:prSet presAssocID="{C54AAF02-FAA0-034B-AF73-08160AAB20B8}" presName="horFlow" presStyleCnt="0"/>
      <dgm:spPr/>
    </dgm:pt>
    <dgm:pt modelId="{4E4F258B-BB04-0D4B-86A8-306BE76EDB79}" type="pres">
      <dgm:prSet presAssocID="{C54AAF02-FAA0-034B-AF73-08160AAB20B8}" presName="bigChev" presStyleLbl="node1" presStyleIdx="0" presStyleCnt="4"/>
      <dgm:spPr/>
    </dgm:pt>
    <dgm:pt modelId="{1CC541FB-F6D9-6845-9D56-5ED88AFCDA3C}" type="pres">
      <dgm:prSet presAssocID="{C54AAF02-FAA0-034B-AF73-08160AAB20B8}" presName="vSp" presStyleCnt="0"/>
      <dgm:spPr/>
    </dgm:pt>
    <dgm:pt modelId="{FA58D73A-7BCA-0A43-BC36-A165B9BB16BC}" type="pres">
      <dgm:prSet presAssocID="{AC954BB2-D0E1-BF45-BB44-B25C8E5EC9C8}" presName="horFlow" presStyleCnt="0"/>
      <dgm:spPr/>
    </dgm:pt>
    <dgm:pt modelId="{24C24C0A-7892-054E-A626-A146500EE696}" type="pres">
      <dgm:prSet presAssocID="{AC954BB2-D0E1-BF45-BB44-B25C8E5EC9C8}" presName="bigChev" presStyleLbl="node1" presStyleIdx="1" presStyleCnt="4"/>
      <dgm:spPr/>
    </dgm:pt>
    <dgm:pt modelId="{883B672F-E14E-DC46-8E4C-1512038BC544}" type="pres">
      <dgm:prSet presAssocID="{AC954BB2-D0E1-BF45-BB44-B25C8E5EC9C8}" presName="vSp" presStyleCnt="0"/>
      <dgm:spPr/>
    </dgm:pt>
    <dgm:pt modelId="{09513437-555D-314B-BBE1-2C9A899511B3}" type="pres">
      <dgm:prSet presAssocID="{8CA48612-7407-AF43-B2E5-7E3582EA88F4}" presName="horFlow" presStyleCnt="0"/>
      <dgm:spPr/>
    </dgm:pt>
    <dgm:pt modelId="{64F82C5D-1A82-1046-9B84-5E292C065003}" type="pres">
      <dgm:prSet presAssocID="{8CA48612-7407-AF43-B2E5-7E3582EA88F4}" presName="bigChev" presStyleLbl="node1" presStyleIdx="2" presStyleCnt="4"/>
      <dgm:spPr/>
    </dgm:pt>
    <dgm:pt modelId="{0C435787-2059-1D43-A70B-D346FB7F09A3}" type="pres">
      <dgm:prSet presAssocID="{8CA48612-7407-AF43-B2E5-7E3582EA88F4}" presName="vSp" presStyleCnt="0"/>
      <dgm:spPr/>
    </dgm:pt>
    <dgm:pt modelId="{F95D0A7B-C764-4147-899C-B334283334B6}" type="pres">
      <dgm:prSet presAssocID="{2D0237C2-81C3-4448-9C13-1978B8D5DDED}" presName="horFlow" presStyleCnt="0"/>
      <dgm:spPr/>
    </dgm:pt>
    <dgm:pt modelId="{C2F0BE83-C65C-A240-8864-B0BD186B3D83}" type="pres">
      <dgm:prSet presAssocID="{2D0237C2-81C3-4448-9C13-1978B8D5DDED}" presName="bigChev" presStyleLbl="node1" presStyleIdx="3" presStyleCnt="4"/>
      <dgm:spPr/>
    </dgm:pt>
  </dgm:ptLst>
  <dgm:cxnLst>
    <dgm:cxn modelId="{69A35333-2F48-9342-A798-68EC719C3699}" type="presOf" srcId="{46C1099B-1FCE-D045-96AE-C1EDA15E9FB0}" destId="{9FA271E6-6937-9E4F-A584-CBAB60AA604E}" srcOrd="0" destOrd="0" presId="urn:microsoft.com/office/officeart/2005/8/layout/lProcess3"/>
    <dgm:cxn modelId="{B7ED9139-E515-3744-8783-9DE26EC3B6AC}" srcId="{46C1099B-1FCE-D045-96AE-C1EDA15E9FB0}" destId="{AC954BB2-D0E1-BF45-BB44-B25C8E5EC9C8}" srcOrd="1" destOrd="0" parTransId="{0774DC51-BBA3-DB48-9CCB-563DB10328C5}" sibTransId="{F0181806-7276-1C4C-8118-490F0DF0BBF1}"/>
    <dgm:cxn modelId="{4E81855B-7E81-BC44-8405-38D889DBA455}" type="presOf" srcId="{C54AAF02-FAA0-034B-AF73-08160AAB20B8}" destId="{4E4F258B-BB04-0D4B-86A8-306BE76EDB79}" srcOrd="0" destOrd="0" presId="urn:microsoft.com/office/officeart/2005/8/layout/lProcess3"/>
    <dgm:cxn modelId="{E755EE60-F235-7A49-ADFD-A27F2698745D}" srcId="{46C1099B-1FCE-D045-96AE-C1EDA15E9FB0}" destId="{2D0237C2-81C3-4448-9C13-1978B8D5DDED}" srcOrd="3" destOrd="0" parTransId="{4A1EE8FF-E332-3840-916B-8747F5B183F1}" sibTransId="{E667AD7C-4196-3645-8CFB-D216D57B82CB}"/>
    <dgm:cxn modelId="{5A58BE9B-79C6-B04A-A576-645F0C254D02}" type="presOf" srcId="{2D0237C2-81C3-4448-9C13-1978B8D5DDED}" destId="{C2F0BE83-C65C-A240-8864-B0BD186B3D83}" srcOrd="0" destOrd="0" presId="urn:microsoft.com/office/officeart/2005/8/layout/lProcess3"/>
    <dgm:cxn modelId="{F0C8EDA8-3B14-0348-BE85-D4265A8BB8C7}" type="presOf" srcId="{AC954BB2-D0E1-BF45-BB44-B25C8E5EC9C8}" destId="{24C24C0A-7892-054E-A626-A146500EE696}" srcOrd="0" destOrd="0" presId="urn:microsoft.com/office/officeart/2005/8/layout/lProcess3"/>
    <dgm:cxn modelId="{1E9AEBC9-998E-0842-AB07-B5337188A503}" srcId="{46C1099B-1FCE-D045-96AE-C1EDA15E9FB0}" destId="{8CA48612-7407-AF43-B2E5-7E3582EA88F4}" srcOrd="2" destOrd="0" parTransId="{EA80016C-097E-9341-AF7B-81A99617D2C9}" sibTransId="{3E4E0D1D-2478-8D49-BAA7-795B945F544A}"/>
    <dgm:cxn modelId="{AB0C35F0-D20E-3C4A-BCCD-77434D44B149}" type="presOf" srcId="{8CA48612-7407-AF43-B2E5-7E3582EA88F4}" destId="{64F82C5D-1A82-1046-9B84-5E292C065003}" srcOrd="0" destOrd="0" presId="urn:microsoft.com/office/officeart/2005/8/layout/lProcess3"/>
    <dgm:cxn modelId="{B096B3FD-10A3-304F-BBA1-DF618C008B29}" srcId="{46C1099B-1FCE-D045-96AE-C1EDA15E9FB0}" destId="{C54AAF02-FAA0-034B-AF73-08160AAB20B8}" srcOrd="0" destOrd="0" parTransId="{EF042A4F-ED01-5E41-A3E5-B11372ABBC66}" sibTransId="{8521C59B-4C79-5C4C-B20F-98497D5A6631}"/>
    <dgm:cxn modelId="{E09C841A-DECB-7C48-B301-A969C2E8F4E0}" type="presParOf" srcId="{9FA271E6-6937-9E4F-A584-CBAB60AA604E}" destId="{02EDEFE1-A5E9-704C-BECD-34BF35733EA2}" srcOrd="0" destOrd="0" presId="urn:microsoft.com/office/officeart/2005/8/layout/lProcess3"/>
    <dgm:cxn modelId="{40153B6F-8375-724C-8164-7FC40DAEC412}" type="presParOf" srcId="{02EDEFE1-A5E9-704C-BECD-34BF35733EA2}" destId="{4E4F258B-BB04-0D4B-86A8-306BE76EDB79}" srcOrd="0" destOrd="0" presId="urn:microsoft.com/office/officeart/2005/8/layout/lProcess3"/>
    <dgm:cxn modelId="{0C2E6AD9-18D0-8648-8504-B6BE3B7AEB81}" type="presParOf" srcId="{9FA271E6-6937-9E4F-A584-CBAB60AA604E}" destId="{1CC541FB-F6D9-6845-9D56-5ED88AFCDA3C}" srcOrd="1" destOrd="0" presId="urn:microsoft.com/office/officeart/2005/8/layout/lProcess3"/>
    <dgm:cxn modelId="{7F029B58-C914-3244-9C02-3E6027AAAB56}" type="presParOf" srcId="{9FA271E6-6937-9E4F-A584-CBAB60AA604E}" destId="{FA58D73A-7BCA-0A43-BC36-A165B9BB16BC}" srcOrd="2" destOrd="0" presId="urn:microsoft.com/office/officeart/2005/8/layout/lProcess3"/>
    <dgm:cxn modelId="{46486E68-6918-5D41-9E39-745EA7CF54BB}" type="presParOf" srcId="{FA58D73A-7BCA-0A43-BC36-A165B9BB16BC}" destId="{24C24C0A-7892-054E-A626-A146500EE696}" srcOrd="0" destOrd="0" presId="urn:microsoft.com/office/officeart/2005/8/layout/lProcess3"/>
    <dgm:cxn modelId="{096A76C5-A6EC-2045-9A0E-E052D2198563}" type="presParOf" srcId="{9FA271E6-6937-9E4F-A584-CBAB60AA604E}" destId="{883B672F-E14E-DC46-8E4C-1512038BC544}" srcOrd="3" destOrd="0" presId="urn:microsoft.com/office/officeart/2005/8/layout/lProcess3"/>
    <dgm:cxn modelId="{4B5CA4C0-C65D-004A-A83D-1BE958E3AB67}" type="presParOf" srcId="{9FA271E6-6937-9E4F-A584-CBAB60AA604E}" destId="{09513437-555D-314B-BBE1-2C9A899511B3}" srcOrd="4" destOrd="0" presId="urn:microsoft.com/office/officeart/2005/8/layout/lProcess3"/>
    <dgm:cxn modelId="{4F945FE5-70AA-0342-972B-6CD214162DE3}" type="presParOf" srcId="{09513437-555D-314B-BBE1-2C9A899511B3}" destId="{64F82C5D-1A82-1046-9B84-5E292C065003}" srcOrd="0" destOrd="0" presId="urn:microsoft.com/office/officeart/2005/8/layout/lProcess3"/>
    <dgm:cxn modelId="{93B15003-C4E0-F241-9BE1-3AB81875FDB2}" type="presParOf" srcId="{9FA271E6-6937-9E4F-A584-CBAB60AA604E}" destId="{0C435787-2059-1D43-A70B-D346FB7F09A3}" srcOrd="5" destOrd="0" presId="urn:microsoft.com/office/officeart/2005/8/layout/lProcess3"/>
    <dgm:cxn modelId="{BF6A36EB-D63C-784F-A618-CED874BFEAFE}" type="presParOf" srcId="{9FA271E6-6937-9E4F-A584-CBAB60AA604E}" destId="{F95D0A7B-C764-4147-899C-B334283334B6}" srcOrd="6" destOrd="0" presId="urn:microsoft.com/office/officeart/2005/8/layout/lProcess3"/>
    <dgm:cxn modelId="{1AB53017-265F-A24B-8CC2-35C86E12CD17}" type="presParOf" srcId="{F95D0A7B-C764-4147-899C-B334283334B6}" destId="{C2F0BE83-C65C-A240-8864-B0BD186B3D83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72421B4-D2CF-7D41-9FC9-21FF0F75CA27}" type="doc">
      <dgm:prSet loTypeId="urn:microsoft.com/office/officeart/2005/8/layout/vList2" loCatId="list" qsTypeId="urn:microsoft.com/office/officeart/2005/8/quickstyle/3d1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183691D-0368-B441-A2B5-7832A28FEB85}">
      <dgm:prSet/>
      <dgm:spPr/>
      <dgm:t>
        <a:bodyPr/>
        <a:lstStyle/>
        <a:p>
          <a:pPr algn="ctr"/>
          <a:r>
            <a:rPr lang="en-US" b="0" baseline="0"/>
            <a:t>OAuth</a:t>
          </a:r>
          <a:endParaRPr lang="en-US"/>
        </a:p>
      </dgm:t>
    </dgm:pt>
    <dgm:pt modelId="{89535F64-0A1F-8F4A-9B00-8465661658FA}" type="parTrans" cxnId="{F44E73B9-1C9C-6941-B0CD-7DED79FDAE4A}">
      <dgm:prSet/>
      <dgm:spPr/>
      <dgm:t>
        <a:bodyPr/>
        <a:lstStyle/>
        <a:p>
          <a:endParaRPr lang="en-US"/>
        </a:p>
      </dgm:t>
    </dgm:pt>
    <dgm:pt modelId="{EA3C7A1C-53B0-A14E-8A98-81E77C6ECBD0}" type="sibTrans" cxnId="{F44E73B9-1C9C-6941-B0CD-7DED79FDAE4A}">
      <dgm:prSet/>
      <dgm:spPr/>
      <dgm:t>
        <a:bodyPr/>
        <a:lstStyle/>
        <a:p>
          <a:endParaRPr lang="en-US"/>
        </a:p>
      </dgm:t>
    </dgm:pt>
    <dgm:pt modelId="{D2102D6F-0FE2-FF40-A6C6-41A91FD1949E}" type="pres">
      <dgm:prSet presAssocID="{772421B4-D2CF-7D41-9FC9-21FF0F75CA27}" presName="linear" presStyleCnt="0">
        <dgm:presLayoutVars>
          <dgm:animLvl val="lvl"/>
          <dgm:resizeHandles val="exact"/>
        </dgm:presLayoutVars>
      </dgm:prSet>
      <dgm:spPr/>
    </dgm:pt>
    <dgm:pt modelId="{A3AA25C8-46C8-554B-B856-EF256F917066}" type="pres">
      <dgm:prSet presAssocID="{8183691D-0368-B441-A2B5-7832A28FEB85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9D27B816-1B2D-7E40-A77E-82C1539F6666}" type="presOf" srcId="{772421B4-D2CF-7D41-9FC9-21FF0F75CA27}" destId="{D2102D6F-0FE2-FF40-A6C6-41A91FD1949E}" srcOrd="0" destOrd="0" presId="urn:microsoft.com/office/officeart/2005/8/layout/vList2"/>
    <dgm:cxn modelId="{F44E73B9-1C9C-6941-B0CD-7DED79FDAE4A}" srcId="{772421B4-D2CF-7D41-9FC9-21FF0F75CA27}" destId="{8183691D-0368-B441-A2B5-7832A28FEB85}" srcOrd="0" destOrd="0" parTransId="{89535F64-0A1F-8F4A-9B00-8465661658FA}" sibTransId="{EA3C7A1C-53B0-A14E-8A98-81E77C6ECBD0}"/>
    <dgm:cxn modelId="{DDA79DFE-9D0A-4647-925C-BC31F68E1C01}" type="presOf" srcId="{8183691D-0368-B441-A2B5-7832A28FEB85}" destId="{A3AA25C8-46C8-554B-B856-EF256F917066}" srcOrd="0" destOrd="0" presId="urn:microsoft.com/office/officeart/2005/8/layout/vList2"/>
    <dgm:cxn modelId="{E0F9EC3D-789B-F146-BC2A-CDB153087A64}" type="presParOf" srcId="{D2102D6F-0FE2-FF40-A6C6-41A91FD1949E}" destId="{A3AA25C8-46C8-554B-B856-EF256F91706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F4A9D97-2E91-CE44-AD6D-FC2CD0F80940}" type="doc">
      <dgm:prSet loTypeId="urn:microsoft.com/office/officeart/2005/8/layout/lProcess3" loCatId="process" qsTypeId="urn:microsoft.com/office/officeart/2005/8/quickstyle/3d1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AD5E784-8F48-CA4B-8DCF-9CB7017FA237}">
      <dgm:prSet/>
      <dgm:spPr/>
      <dgm:t>
        <a:bodyPr/>
        <a:lstStyle/>
        <a:p>
          <a:r>
            <a:rPr lang="en-US"/>
            <a:t>Register application with OAuth provider</a:t>
          </a:r>
        </a:p>
      </dgm:t>
    </dgm:pt>
    <dgm:pt modelId="{001C9759-7731-8E4E-9E42-661A20817509}" type="parTrans" cxnId="{C0DB60BB-89B8-1341-9E0C-48746A2E3B14}">
      <dgm:prSet/>
      <dgm:spPr/>
      <dgm:t>
        <a:bodyPr/>
        <a:lstStyle/>
        <a:p>
          <a:endParaRPr lang="en-US"/>
        </a:p>
      </dgm:t>
    </dgm:pt>
    <dgm:pt modelId="{870653E2-2893-7A4A-97B5-1B1FBDEF838C}" type="sibTrans" cxnId="{C0DB60BB-89B8-1341-9E0C-48746A2E3B14}">
      <dgm:prSet/>
      <dgm:spPr/>
      <dgm:t>
        <a:bodyPr/>
        <a:lstStyle/>
        <a:p>
          <a:endParaRPr lang="en-US"/>
        </a:p>
      </dgm:t>
    </dgm:pt>
    <dgm:pt modelId="{67D23282-2E83-0D4A-8954-87505790F0B7}">
      <dgm:prSet/>
      <dgm:spPr/>
      <dgm:t>
        <a:bodyPr/>
        <a:lstStyle/>
        <a:p>
          <a:r>
            <a:rPr lang="en-US"/>
            <a:t>Implement OAuth flow</a:t>
          </a:r>
        </a:p>
      </dgm:t>
    </dgm:pt>
    <dgm:pt modelId="{5AD468D8-C451-D948-B57E-49AD333F1E43}" type="parTrans" cxnId="{DC9CD65F-340E-1846-AF0E-AEBE2F344434}">
      <dgm:prSet/>
      <dgm:spPr/>
      <dgm:t>
        <a:bodyPr/>
        <a:lstStyle/>
        <a:p>
          <a:endParaRPr lang="en-US"/>
        </a:p>
      </dgm:t>
    </dgm:pt>
    <dgm:pt modelId="{EFE9BBBB-17A7-DD48-87F9-E118F55AA666}" type="sibTrans" cxnId="{DC9CD65F-340E-1846-AF0E-AEBE2F344434}">
      <dgm:prSet/>
      <dgm:spPr/>
      <dgm:t>
        <a:bodyPr/>
        <a:lstStyle/>
        <a:p>
          <a:endParaRPr lang="en-US"/>
        </a:p>
      </dgm:t>
    </dgm:pt>
    <dgm:pt modelId="{2969B757-E935-7247-9D8E-4EE9B6A903EE}">
      <dgm:prSet/>
      <dgm:spPr/>
      <dgm:t>
        <a:bodyPr/>
        <a:lstStyle/>
        <a:p>
          <a:r>
            <a:rPr lang="en-US"/>
            <a:t>Securely store access tokens and refresh tokens</a:t>
          </a:r>
        </a:p>
      </dgm:t>
    </dgm:pt>
    <dgm:pt modelId="{792B767E-ACF9-B444-96C0-E1B7D28E97B2}" type="parTrans" cxnId="{F8EE643C-F52F-1042-BD5F-577249A15F88}">
      <dgm:prSet/>
      <dgm:spPr/>
      <dgm:t>
        <a:bodyPr/>
        <a:lstStyle/>
        <a:p>
          <a:endParaRPr lang="en-US"/>
        </a:p>
      </dgm:t>
    </dgm:pt>
    <dgm:pt modelId="{161D755F-729A-6747-A9AF-0385C8DD8C48}" type="sibTrans" cxnId="{F8EE643C-F52F-1042-BD5F-577249A15F88}">
      <dgm:prSet/>
      <dgm:spPr/>
      <dgm:t>
        <a:bodyPr/>
        <a:lstStyle/>
        <a:p>
          <a:endParaRPr lang="en-US"/>
        </a:p>
      </dgm:t>
    </dgm:pt>
    <dgm:pt modelId="{705D6E39-D13C-1845-BB2E-023A6D44B97A}">
      <dgm:prSet/>
      <dgm:spPr/>
      <dgm:t>
        <a:bodyPr/>
        <a:lstStyle/>
        <a:p>
          <a:r>
            <a:rPr lang="en-US"/>
            <a:t>Integrate API access with user permissions</a:t>
          </a:r>
        </a:p>
      </dgm:t>
    </dgm:pt>
    <dgm:pt modelId="{352563E6-65B0-7242-AE23-FBFA08452C06}" type="parTrans" cxnId="{5BA63921-6EF8-194A-94B2-5162762BDF8C}">
      <dgm:prSet/>
      <dgm:spPr/>
      <dgm:t>
        <a:bodyPr/>
        <a:lstStyle/>
        <a:p>
          <a:endParaRPr lang="en-US"/>
        </a:p>
      </dgm:t>
    </dgm:pt>
    <dgm:pt modelId="{2C7AA299-6647-144D-98C9-B47141112B58}" type="sibTrans" cxnId="{5BA63921-6EF8-194A-94B2-5162762BDF8C}">
      <dgm:prSet/>
      <dgm:spPr/>
      <dgm:t>
        <a:bodyPr/>
        <a:lstStyle/>
        <a:p>
          <a:endParaRPr lang="en-US"/>
        </a:p>
      </dgm:t>
    </dgm:pt>
    <dgm:pt modelId="{6F6CB6F9-F415-AC40-95F8-5B9591C39529}" type="pres">
      <dgm:prSet presAssocID="{4F4A9D97-2E91-CE44-AD6D-FC2CD0F80940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6EAF5A7A-85CA-6943-800C-456EC96FD841}" type="pres">
      <dgm:prSet presAssocID="{9AD5E784-8F48-CA4B-8DCF-9CB7017FA237}" presName="horFlow" presStyleCnt="0"/>
      <dgm:spPr/>
    </dgm:pt>
    <dgm:pt modelId="{7AD6047E-A702-2849-ACF5-74FFF3911756}" type="pres">
      <dgm:prSet presAssocID="{9AD5E784-8F48-CA4B-8DCF-9CB7017FA237}" presName="bigChev" presStyleLbl="node1" presStyleIdx="0" presStyleCnt="4"/>
      <dgm:spPr/>
    </dgm:pt>
    <dgm:pt modelId="{065EA3F1-CD3C-7B4C-96B0-9E5F3CA2BADC}" type="pres">
      <dgm:prSet presAssocID="{9AD5E784-8F48-CA4B-8DCF-9CB7017FA237}" presName="vSp" presStyleCnt="0"/>
      <dgm:spPr/>
    </dgm:pt>
    <dgm:pt modelId="{78F1727D-2F9D-564A-A241-F132181D08FC}" type="pres">
      <dgm:prSet presAssocID="{67D23282-2E83-0D4A-8954-87505790F0B7}" presName="horFlow" presStyleCnt="0"/>
      <dgm:spPr/>
    </dgm:pt>
    <dgm:pt modelId="{DC0C002D-DE8A-1A44-B95E-2392A6996F40}" type="pres">
      <dgm:prSet presAssocID="{67D23282-2E83-0D4A-8954-87505790F0B7}" presName="bigChev" presStyleLbl="node1" presStyleIdx="1" presStyleCnt="4"/>
      <dgm:spPr/>
    </dgm:pt>
    <dgm:pt modelId="{B52BB88D-CE2D-7F42-B9C0-802F3E9D7B87}" type="pres">
      <dgm:prSet presAssocID="{67D23282-2E83-0D4A-8954-87505790F0B7}" presName="vSp" presStyleCnt="0"/>
      <dgm:spPr/>
    </dgm:pt>
    <dgm:pt modelId="{E418984C-53EF-B44B-8136-8FFD486E2882}" type="pres">
      <dgm:prSet presAssocID="{2969B757-E935-7247-9D8E-4EE9B6A903EE}" presName="horFlow" presStyleCnt="0"/>
      <dgm:spPr/>
    </dgm:pt>
    <dgm:pt modelId="{EFBE1354-F62B-9A48-8208-2F5C1AA3490C}" type="pres">
      <dgm:prSet presAssocID="{2969B757-E935-7247-9D8E-4EE9B6A903EE}" presName="bigChev" presStyleLbl="node1" presStyleIdx="2" presStyleCnt="4"/>
      <dgm:spPr/>
    </dgm:pt>
    <dgm:pt modelId="{AC44123A-3A25-F94F-B545-15C3D501B1A6}" type="pres">
      <dgm:prSet presAssocID="{2969B757-E935-7247-9D8E-4EE9B6A903EE}" presName="vSp" presStyleCnt="0"/>
      <dgm:spPr/>
    </dgm:pt>
    <dgm:pt modelId="{88FA37E3-CFF1-1D4E-B07A-B7A345458B70}" type="pres">
      <dgm:prSet presAssocID="{705D6E39-D13C-1845-BB2E-023A6D44B97A}" presName="horFlow" presStyleCnt="0"/>
      <dgm:spPr/>
    </dgm:pt>
    <dgm:pt modelId="{7B9355FC-DBDA-C047-AADA-50CAE63C7062}" type="pres">
      <dgm:prSet presAssocID="{705D6E39-D13C-1845-BB2E-023A6D44B97A}" presName="bigChev" presStyleLbl="node1" presStyleIdx="3" presStyleCnt="4"/>
      <dgm:spPr/>
    </dgm:pt>
  </dgm:ptLst>
  <dgm:cxnLst>
    <dgm:cxn modelId="{5BA63921-6EF8-194A-94B2-5162762BDF8C}" srcId="{4F4A9D97-2E91-CE44-AD6D-FC2CD0F80940}" destId="{705D6E39-D13C-1845-BB2E-023A6D44B97A}" srcOrd="3" destOrd="0" parTransId="{352563E6-65B0-7242-AE23-FBFA08452C06}" sibTransId="{2C7AA299-6647-144D-98C9-B47141112B58}"/>
    <dgm:cxn modelId="{C0DE3A38-CEA5-E042-9D35-96B11F32C385}" type="presOf" srcId="{2969B757-E935-7247-9D8E-4EE9B6A903EE}" destId="{EFBE1354-F62B-9A48-8208-2F5C1AA3490C}" srcOrd="0" destOrd="0" presId="urn:microsoft.com/office/officeart/2005/8/layout/lProcess3"/>
    <dgm:cxn modelId="{2B68B23A-5A8C-3D49-A937-8943F8D61FC2}" type="presOf" srcId="{4F4A9D97-2E91-CE44-AD6D-FC2CD0F80940}" destId="{6F6CB6F9-F415-AC40-95F8-5B9591C39529}" srcOrd="0" destOrd="0" presId="urn:microsoft.com/office/officeart/2005/8/layout/lProcess3"/>
    <dgm:cxn modelId="{F8EE643C-F52F-1042-BD5F-577249A15F88}" srcId="{4F4A9D97-2E91-CE44-AD6D-FC2CD0F80940}" destId="{2969B757-E935-7247-9D8E-4EE9B6A903EE}" srcOrd="2" destOrd="0" parTransId="{792B767E-ACF9-B444-96C0-E1B7D28E97B2}" sibTransId="{161D755F-729A-6747-A9AF-0385C8DD8C48}"/>
    <dgm:cxn modelId="{08118457-D1AB-9545-A045-AFA142F1263A}" type="presOf" srcId="{67D23282-2E83-0D4A-8954-87505790F0B7}" destId="{DC0C002D-DE8A-1A44-B95E-2392A6996F40}" srcOrd="0" destOrd="0" presId="urn:microsoft.com/office/officeart/2005/8/layout/lProcess3"/>
    <dgm:cxn modelId="{B279215B-8ED7-3247-A3A1-B36074D44896}" type="presOf" srcId="{705D6E39-D13C-1845-BB2E-023A6D44B97A}" destId="{7B9355FC-DBDA-C047-AADA-50CAE63C7062}" srcOrd="0" destOrd="0" presId="urn:microsoft.com/office/officeart/2005/8/layout/lProcess3"/>
    <dgm:cxn modelId="{DC9CD65F-340E-1846-AF0E-AEBE2F344434}" srcId="{4F4A9D97-2E91-CE44-AD6D-FC2CD0F80940}" destId="{67D23282-2E83-0D4A-8954-87505790F0B7}" srcOrd="1" destOrd="0" parTransId="{5AD468D8-C451-D948-B57E-49AD333F1E43}" sibTransId="{EFE9BBBB-17A7-DD48-87F9-E118F55AA666}"/>
    <dgm:cxn modelId="{C0DB60BB-89B8-1341-9E0C-48746A2E3B14}" srcId="{4F4A9D97-2E91-CE44-AD6D-FC2CD0F80940}" destId="{9AD5E784-8F48-CA4B-8DCF-9CB7017FA237}" srcOrd="0" destOrd="0" parTransId="{001C9759-7731-8E4E-9E42-661A20817509}" sibTransId="{870653E2-2893-7A4A-97B5-1B1FBDEF838C}"/>
    <dgm:cxn modelId="{273847E9-8F1F-6C4B-88B9-765BA75FF56D}" type="presOf" srcId="{9AD5E784-8F48-CA4B-8DCF-9CB7017FA237}" destId="{7AD6047E-A702-2849-ACF5-74FFF3911756}" srcOrd="0" destOrd="0" presId="urn:microsoft.com/office/officeart/2005/8/layout/lProcess3"/>
    <dgm:cxn modelId="{8DB5DD0C-A074-A14E-826C-6AC5A0288D37}" type="presParOf" srcId="{6F6CB6F9-F415-AC40-95F8-5B9591C39529}" destId="{6EAF5A7A-85CA-6943-800C-456EC96FD841}" srcOrd="0" destOrd="0" presId="urn:microsoft.com/office/officeart/2005/8/layout/lProcess3"/>
    <dgm:cxn modelId="{2FBADF31-5352-144C-A4B7-4CCCCA7D66AD}" type="presParOf" srcId="{6EAF5A7A-85CA-6943-800C-456EC96FD841}" destId="{7AD6047E-A702-2849-ACF5-74FFF3911756}" srcOrd="0" destOrd="0" presId="urn:microsoft.com/office/officeart/2005/8/layout/lProcess3"/>
    <dgm:cxn modelId="{6125755F-B568-3043-9466-03365CDA4F17}" type="presParOf" srcId="{6F6CB6F9-F415-AC40-95F8-5B9591C39529}" destId="{065EA3F1-CD3C-7B4C-96B0-9E5F3CA2BADC}" srcOrd="1" destOrd="0" presId="urn:microsoft.com/office/officeart/2005/8/layout/lProcess3"/>
    <dgm:cxn modelId="{7637BC0B-565D-AC48-859F-39794140AC70}" type="presParOf" srcId="{6F6CB6F9-F415-AC40-95F8-5B9591C39529}" destId="{78F1727D-2F9D-564A-A241-F132181D08FC}" srcOrd="2" destOrd="0" presId="urn:microsoft.com/office/officeart/2005/8/layout/lProcess3"/>
    <dgm:cxn modelId="{72BB303A-829D-414B-9D30-671D40806A52}" type="presParOf" srcId="{78F1727D-2F9D-564A-A241-F132181D08FC}" destId="{DC0C002D-DE8A-1A44-B95E-2392A6996F40}" srcOrd="0" destOrd="0" presId="urn:microsoft.com/office/officeart/2005/8/layout/lProcess3"/>
    <dgm:cxn modelId="{59F4E8E8-9522-A944-BB5F-2BF01CF1137B}" type="presParOf" srcId="{6F6CB6F9-F415-AC40-95F8-5B9591C39529}" destId="{B52BB88D-CE2D-7F42-B9C0-802F3E9D7B87}" srcOrd="3" destOrd="0" presId="urn:microsoft.com/office/officeart/2005/8/layout/lProcess3"/>
    <dgm:cxn modelId="{6D9E989E-A049-224F-9D31-F925F70C9743}" type="presParOf" srcId="{6F6CB6F9-F415-AC40-95F8-5B9591C39529}" destId="{E418984C-53EF-B44B-8136-8FFD486E2882}" srcOrd="4" destOrd="0" presId="urn:microsoft.com/office/officeart/2005/8/layout/lProcess3"/>
    <dgm:cxn modelId="{7B8B36D8-F8D2-1645-A120-1A811B6D08A7}" type="presParOf" srcId="{E418984C-53EF-B44B-8136-8FFD486E2882}" destId="{EFBE1354-F62B-9A48-8208-2F5C1AA3490C}" srcOrd="0" destOrd="0" presId="urn:microsoft.com/office/officeart/2005/8/layout/lProcess3"/>
    <dgm:cxn modelId="{9C632BEF-2A61-2C4E-9C6A-8A39287114E4}" type="presParOf" srcId="{6F6CB6F9-F415-AC40-95F8-5B9591C39529}" destId="{AC44123A-3A25-F94F-B545-15C3D501B1A6}" srcOrd="5" destOrd="0" presId="urn:microsoft.com/office/officeart/2005/8/layout/lProcess3"/>
    <dgm:cxn modelId="{EB783B70-9A03-9F46-B091-A202FC3D2FE2}" type="presParOf" srcId="{6F6CB6F9-F415-AC40-95F8-5B9591C39529}" destId="{88FA37E3-CFF1-1D4E-B07A-B7A345458B70}" srcOrd="6" destOrd="0" presId="urn:microsoft.com/office/officeart/2005/8/layout/lProcess3"/>
    <dgm:cxn modelId="{3D411E38-3379-5647-B561-655DCDDADC87}" type="presParOf" srcId="{88FA37E3-CFF1-1D4E-B07A-B7A345458B70}" destId="{7B9355FC-DBDA-C047-AADA-50CAE63C7062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247526F-37B7-9641-9812-F7055B2BD8BB}" type="doc">
      <dgm:prSet loTypeId="urn:microsoft.com/office/officeart/2005/8/layout/vList2" loCatId="list" qsTypeId="urn:microsoft.com/office/officeart/2005/8/quickstyle/3d1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63C3248-7568-5D4D-8B30-F5E1B48B4B8E}">
      <dgm:prSet/>
      <dgm:spPr/>
      <dgm:t>
        <a:bodyPr/>
        <a:lstStyle/>
        <a:p>
          <a:pPr algn="ctr"/>
          <a:r>
            <a:rPr lang="en-US" b="0" baseline="0" dirty="0"/>
            <a:t>OIDC</a:t>
          </a:r>
          <a:endParaRPr lang="en-US" dirty="0"/>
        </a:p>
      </dgm:t>
    </dgm:pt>
    <dgm:pt modelId="{1BBB20E5-3037-2440-8A8D-B4A17CF7D953}" type="parTrans" cxnId="{08E31597-01BC-EC4F-9CDF-0F3F1493A762}">
      <dgm:prSet/>
      <dgm:spPr/>
      <dgm:t>
        <a:bodyPr/>
        <a:lstStyle/>
        <a:p>
          <a:endParaRPr lang="en-US"/>
        </a:p>
      </dgm:t>
    </dgm:pt>
    <dgm:pt modelId="{52E3DBE4-85E4-244E-8DC8-9370363B43E1}" type="sibTrans" cxnId="{08E31597-01BC-EC4F-9CDF-0F3F1493A762}">
      <dgm:prSet/>
      <dgm:spPr/>
      <dgm:t>
        <a:bodyPr/>
        <a:lstStyle/>
        <a:p>
          <a:endParaRPr lang="en-US"/>
        </a:p>
      </dgm:t>
    </dgm:pt>
    <dgm:pt modelId="{6C66F54B-1B7E-E442-98E2-6E1EADBB85E8}" type="pres">
      <dgm:prSet presAssocID="{6247526F-37B7-9641-9812-F7055B2BD8BB}" presName="linear" presStyleCnt="0">
        <dgm:presLayoutVars>
          <dgm:animLvl val="lvl"/>
          <dgm:resizeHandles val="exact"/>
        </dgm:presLayoutVars>
      </dgm:prSet>
      <dgm:spPr/>
    </dgm:pt>
    <dgm:pt modelId="{F0ECB3A9-3145-344C-B772-E55656A7B189}" type="pres">
      <dgm:prSet presAssocID="{F63C3248-7568-5D4D-8B30-F5E1B48B4B8E}" presName="parentText" presStyleLbl="node1" presStyleIdx="0" presStyleCnt="1" custLinFactY="0" custLinFactNeighborX="-9025" custLinFactNeighborY="-100000">
        <dgm:presLayoutVars>
          <dgm:chMax val="0"/>
          <dgm:bulletEnabled val="1"/>
        </dgm:presLayoutVars>
      </dgm:prSet>
      <dgm:spPr/>
    </dgm:pt>
  </dgm:ptLst>
  <dgm:cxnLst>
    <dgm:cxn modelId="{08E31597-01BC-EC4F-9CDF-0F3F1493A762}" srcId="{6247526F-37B7-9641-9812-F7055B2BD8BB}" destId="{F63C3248-7568-5D4D-8B30-F5E1B48B4B8E}" srcOrd="0" destOrd="0" parTransId="{1BBB20E5-3037-2440-8A8D-B4A17CF7D953}" sibTransId="{52E3DBE4-85E4-244E-8DC8-9370363B43E1}"/>
    <dgm:cxn modelId="{EFE193A9-FE37-8F4C-AE86-23E424CE1598}" type="presOf" srcId="{F63C3248-7568-5D4D-8B30-F5E1B48B4B8E}" destId="{F0ECB3A9-3145-344C-B772-E55656A7B189}" srcOrd="0" destOrd="0" presId="urn:microsoft.com/office/officeart/2005/8/layout/vList2"/>
    <dgm:cxn modelId="{11247FAA-1F59-384B-9D15-42A802EA6A6B}" type="presOf" srcId="{6247526F-37B7-9641-9812-F7055B2BD8BB}" destId="{6C66F54B-1B7E-E442-98E2-6E1EADBB85E8}" srcOrd="0" destOrd="0" presId="urn:microsoft.com/office/officeart/2005/8/layout/vList2"/>
    <dgm:cxn modelId="{DED0A58E-AF58-D242-AF98-23D9268F4A8F}" type="presParOf" srcId="{6C66F54B-1B7E-E442-98E2-6E1EADBB85E8}" destId="{F0ECB3A9-3145-344C-B772-E55656A7B18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78BBF43-569C-DD4F-A8B3-072D319E364F}" type="doc">
      <dgm:prSet loTypeId="urn:microsoft.com/office/officeart/2005/8/layout/lProcess3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AC10A68-C813-C747-92D4-3809DCE19BB8}">
      <dgm:prSet/>
      <dgm:spPr/>
      <dgm:t>
        <a:bodyPr/>
        <a:lstStyle/>
        <a:p>
          <a:r>
            <a:rPr lang="en-US"/>
            <a:t>Choose OpenID Provider</a:t>
          </a:r>
        </a:p>
      </dgm:t>
    </dgm:pt>
    <dgm:pt modelId="{AE792CDC-E1ED-3743-B714-BE59FEF91DC4}" type="parTrans" cxnId="{E43A5B26-99BD-E844-870F-61185CDFEAD9}">
      <dgm:prSet/>
      <dgm:spPr/>
      <dgm:t>
        <a:bodyPr/>
        <a:lstStyle/>
        <a:p>
          <a:endParaRPr lang="en-US"/>
        </a:p>
      </dgm:t>
    </dgm:pt>
    <dgm:pt modelId="{A689BD3D-598B-1449-8D7B-6E90AFEE39A4}" type="sibTrans" cxnId="{E43A5B26-99BD-E844-870F-61185CDFEAD9}">
      <dgm:prSet/>
      <dgm:spPr/>
      <dgm:t>
        <a:bodyPr/>
        <a:lstStyle/>
        <a:p>
          <a:endParaRPr lang="en-US"/>
        </a:p>
      </dgm:t>
    </dgm:pt>
    <dgm:pt modelId="{3665149F-5381-A44D-96BE-074B03D01662}">
      <dgm:prSet/>
      <dgm:spPr/>
      <dgm:t>
        <a:bodyPr/>
        <a:lstStyle/>
        <a:p>
          <a:r>
            <a:rPr lang="en-US" dirty="0"/>
            <a:t>Implement OIDC flow (authorize, ID token retrieval, validation)</a:t>
          </a:r>
        </a:p>
      </dgm:t>
    </dgm:pt>
    <dgm:pt modelId="{95C75092-0A98-BB45-952E-F399912CB76F}" type="parTrans" cxnId="{915B6564-AB04-BC4E-9BCF-CBF170E31C4B}">
      <dgm:prSet/>
      <dgm:spPr/>
      <dgm:t>
        <a:bodyPr/>
        <a:lstStyle/>
        <a:p>
          <a:endParaRPr lang="en-US"/>
        </a:p>
      </dgm:t>
    </dgm:pt>
    <dgm:pt modelId="{9450D405-14B2-144D-9625-DD695A5D814E}" type="sibTrans" cxnId="{915B6564-AB04-BC4E-9BCF-CBF170E31C4B}">
      <dgm:prSet/>
      <dgm:spPr/>
      <dgm:t>
        <a:bodyPr/>
        <a:lstStyle/>
        <a:p>
          <a:endParaRPr lang="en-US"/>
        </a:p>
      </dgm:t>
    </dgm:pt>
    <dgm:pt modelId="{14A4533F-7A28-6D42-B495-6A7D5A0BCAA8}">
      <dgm:prSet/>
      <dgm:spPr/>
      <dgm:t>
        <a:bodyPr/>
        <a:lstStyle/>
        <a:p>
          <a:r>
            <a:rPr lang="en-US"/>
            <a:t>Map user identity to application roles</a:t>
          </a:r>
        </a:p>
      </dgm:t>
    </dgm:pt>
    <dgm:pt modelId="{E365A18B-357F-1041-AFEF-9B88338E932A}" type="parTrans" cxnId="{7AEE31B9-E914-B143-AF37-C92389B55308}">
      <dgm:prSet/>
      <dgm:spPr/>
      <dgm:t>
        <a:bodyPr/>
        <a:lstStyle/>
        <a:p>
          <a:endParaRPr lang="en-US"/>
        </a:p>
      </dgm:t>
    </dgm:pt>
    <dgm:pt modelId="{81D9FDA4-61AC-A945-BBFF-14E7CE75E423}" type="sibTrans" cxnId="{7AEE31B9-E914-B143-AF37-C92389B55308}">
      <dgm:prSet/>
      <dgm:spPr/>
      <dgm:t>
        <a:bodyPr/>
        <a:lstStyle/>
        <a:p>
          <a:endParaRPr lang="en-US"/>
        </a:p>
      </dgm:t>
    </dgm:pt>
    <dgm:pt modelId="{DA774683-225F-B842-BC21-63C2C61A53B2}">
      <dgm:prSet/>
      <dgm:spPr/>
      <dgm:t>
        <a:bodyPr/>
        <a:lstStyle/>
        <a:p>
          <a:r>
            <a:rPr lang="en-US"/>
            <a:t>Test login across apps for consistency</a:t>
          </a:r>
        </a:p>
      </dgm:t>
    </dgm:pt>
    <dgm:pt modelId="{E3E5D6F8-45C5-9D45-9100-6ABE676923D9}" type="parTrans" cxnId="{ABCD056B-58C1-4949-8DA4-3C7158ABC17F}">
      <dgm:prSet/>
      <dgm:spPr/>
      <dgm:t>
        <a:bodyPr/>
        <a:lstStyle/>
        <a:p>
          <a:endParaRPr lang="en-US"/>
        </a:p>
      </dgm:t>
    </dgm:pt>
    <dgm:pt modelId="{CE4D58EB-8511-DA4C-8A0E-1445C56C1E6E}" type="sibTrans" cxnId="{ABCD056B-58C1-4949-8DA4-3C7158ABC17F}">
      <dgm:prSet/>
      <dgm:spPr/>
      <dgm:t>
        <a:bodyPr/>
        <a:lstStyle/>
        <a:p>
          <a:endParaRPr lang="en-US"/>
        </a:p>
      </dgm:t>
    </dgm:pt>
    <dgm:pt modelId="{5B1886AA-23A4-754A-9372-FDF0861AD585}" type="pres">
      <dgm:prSet presAssocID="{B78BBF43-569C-DD4F-A8B3-072D319E364F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7F08CA50-35F9-A944-A8D5-D6D7A96C7506}" type="pres">
      <dgm:prSet presAssocID="{FAC10A68-C813-C747-92D4-3809DCE19BB8}" presName="horFlow" presStyleCnt="0"/>
      <dgm:spPr/>
    </dgm:pt>
    <dgm:pt modelId="{F8700F74-EBFE-A149-8B72-0641B12C9421}" type="pres">
      <dgm:prSet presAssocID="{FAC10A68-C813-C747-92D4-3809DCE19BB8}" presName="bigChev" presStyleLbl="node1" presStyleIdx="0" presStyleCnt="4"/>
      <dgm:spPr/>
    </dgm:pt>
    <dgm:pt modelId="{D84420AA-AE29-F54B-A32E-E57CE6A4BBEF}" type="pres">
      <dgm:prSet presAssocID="{FAC10A68-C813-C747-92D4-3809DCE19BB8}" presName="vSp" presStyleCnt="0"/>
      <dgm:spPr/>
    </dgm:pt>
    <dgm:pt modelId="{7B696F65-B2A1-8341-9B83-BEE1A89FF907}" type="pres">
      <dgm:prSet presAssocID="{3665149F-5381-A44D-96BE-074B03D01662}" presName="horFlow" presStyleCnt="0"/>
      <dgm:spPr/>
    </dgm:pt>
    <dgm:pt modelId="{3CC1E658-C0BC-B94C-B67A-4EAF64C3D60F}" type="pres">
      <dgm:prSet presAssocID="{3665149F-5381-A44D-96BE-074B03D01662}" presName="bigChev" presStyleLbl="node1" presStyleIdx="1" presStyleCnt="4"/>
      <dgm:spPr/>
    </dgm:pt>
    <dgm:pt modelId="{BD577EC4-1A82-E741-ACCF-A311A29E29C6}" type="pres">
      <dgm:prSet presAssocID="{3665149F-5381-A44D-96BE-074B03D01662}" presName="vSp" presStyleCnt="0"/>
      <dgm:spPr/>
    </dgm:pt>
    <dgm:pt modelId="{7F5F9B21-9B6C-4B40-985D-842EE2B06379}" type="pres">
      <dgm:prSet presAssocID="{14A4533F-7A28-6D42-B495-6A7D5A0BCAA8}" presName="horFlow" presStyleCnt="0"/>
      <dgm:spPr/>
    </dgm:pt>
    <dgm:pt modelId="{2E848011-D158-7A46-B63B-88E361D6CD47}" type="pres">
      <dgm:prSet presAssocID="{14A4533F-7A28-6D42-B495-6A7D5A0BCAA8}" presName="bigChev" presStyleLbl="node1" presStyleIdx="2" presStyleCnt="4"/>
      <dgm:spPr/>
    </dgm:pt>
    <dgm:pt modelId="{57FEC6DF-CFBD-2240-8E85-AF26A8E72D03}" type="pres">
      <dgm:prSet presAssocID="{14A4533F-7A28-6D42-B495-6A7D5A0BCAA8}" presName="vSp" presStyleCnt="0"/>
      <dgm:spPr/>
    </dgm:pt>
    <dgm:pt modelId="{BA908EE2-2991-5C42-A1B0-165F27FE28A8}" type="pres">
      <dgm:prSet presAssocID="{DA774683-225F-B842-BC21-63C2C61A53B2}" presName="horFlow" presStyleCnt="0"/>
      <dgm:spPr/>
    </dgm:pt>
    <dgm:pt modelId="{F613D61A-B1CD-A04C-93EE-23E82C64E1BF}" type="pres">
      <dgm:prSet presAssocID="{DA774683-225F-B842-BC21-63C2C61A53B2}" presName="bigChev" presStyleLbl="node1" presStyleIdx="3" presStyleCnt="4"/>
      <dgm:spPr/>
    </dgm:pt>
  </dgm:ptLst>
  <dgm:cxnLst>
    <dgm:cxn modelId="{E43A5B26-99BD-E844-870F-61185CDFEAD9}" srcId="{B78BBF43-569C-DD4F-A8B3-072D319E364F}" destId="{FAC10A68-C813-C747-92D4-3809DCE19BB8}" srcOrd="0" destOrd="0" parTransId="{AE792CDC-E1ED-3743-B714-BE59FEF91DC4}" sibTransId="{A689BD3D-598B-1449-8D7B-6E90AFEE39A4}"/>
    <dgm:cxn modelId="{B80E6062-A640-1442-BCB6-264B9EA20EAE}" type="presOf" srcId="{FAC10A68-C813-C747-92D4-3809DCE19BB8}" destId="{F8700F74-EBFE-A149-8B72-0641B12C9421}" srcOrd="0" destOrd="0" presId="urn:microsoft.com/office/officeart/2005/8/layout/lProcess3"/>
    <dgm:cxn modelId="{915B6564-AB04-BC4E-9BCF-CBF170E31C4B}" srcId="{B78BBF43-569C-DD4F-A8B3-072D319E364F}" destId="{3665149F-5381-A44D-96BE-074B03D01662}" srcOrd="1" destOrd="0" parTransId="{95C75092-0A98-BB45-952E-F399912CB76F}" sibTransId="{9450D405-14B2-144D-9625-DD695A5D814E}"/>
    <dgm:cxn modelId="{ABCD056B-58C1-4949-8DA4-3C7158ABC17F}" srcId="{B78BBF43-569C-DD4F-A8B3-072D319E364F}" destId="{DA774683-225F-B842-BC21-63C2C61A53B2}" srcOrd="3" destOrd="0" parTransId="{E3E5D6F8-45C5-9D45-9100-6ABE676923D9}" sibTransId="{CE4D58EB-8511-DA4C-8A0E-1445C56C1E6E}"/>
    <dgm:cxn modelId="{1B3819A0-A4FA-7F47-8674-5B440AF9EA4C}" type="presOf" srcId="{3665149F-5381-A44D-96BE-074B03D01662}" destId="{3CC1E658-C0BC-B94C-B67A-4EAF64C3D60F}" srcOrd="0" destOrd="0" presId="urn:microsoft.com/office/officeart/2005/8/layout/lProcess3"/>
    <dgm:cxn modelId="{CC685DA6-D58D-E242-BE43-5D34A8DCC0A2}" type="presOf" srcId="{DA774683-225F-B842-BC21-63C2C61A53B2}" destId="{F613D61A-B1CD-A04C-93EE-23E82C64E1BF}" srcOrd="0" destOrd="0" presId="urn:microsoft.com/office/officeart/2005/8/layout/lProcess3"/>
    <dgm:cxn modelId="{7AEE31B9-E914-B143-AF37-C92389B55308}" srcId="{B78BBF43-569C-DD4F-A8B3-072D319E364F}" destId="{14A4533F-7A28-6D42-B495-6A7D5A0BCAA8}" srcOrd="2" destOrd="0" parTransId="{E365A18B-357F-1041-AFEF-9B88338E932A}" sibTransId="{81D9FDA4-61AC-A945-BBFF-14E7CE75E423}"/>
    <dgm:cxn modelId="{18EB62E6-2793-D241-8171-F17DF515F520}" type="presOf" srcId="{14A4533F-7A28-6D42-B495-6A7D5A0BCAA8}" destId="{2E848011-D158-7A46-B63B-88E361D6CD47}" srcOrd="0" destOrd="0" presId="urn:microsoft.com/office/officeart/2005/8/layout/lProcess3"/>
    <dgm:cxn modelId="{3673C2F0-4844-4F49-924A-4EB88A84DABE}" type="presOf" srcId="{B78BBF43-569C-DD4F-A8B3-072D319E364F}" destId="{5B1886AA-23A4-754A-9372-FDF0861AD585}" srcOrd="0" destOrd="0" presId="urn:microsoft.com/office/officeart/2005/8/layout/lProcess3"/>
    <dgm:cxn modelId="{5E9F15D8-B59A-5B43-B2DB-94593EBA98BD}" type="presParOf" srcId="{5B1886AA-23A4-754A-9372-FDF0861AD585}" destId="{7F08CA50-35F9-A944-A8D5-D6D7A96C7506}" srcOrd="0" destOrd="0" presId="urn:microsoft.com/office/officeart/2005/8/layout/lProcess3"/>
    <dgm:cxn modelId="{8324E7EA-B300-5E49-BB20-330ACEB1E32A}" type="presParOf" srcId="{7F08CA50-35F9-A944-A8D5-D6D7A96C7506}" destId="{F8700F74-EBFE-A149-8B72-0641B12C9421}" srcOrd="0" destOrd="0" presId="urn:microsoft.com/office/officeart/2005/8/layout/lProcess3"/>
    <dgm:cxn modelId="{62820E6D-F62C-324B-946C-B82FF6A0C8A9}" type="presParOf" srcId="{5B1886AA-23A4-754A-9372-FDF0861AD585}" destId="{D84420AA-AE29-F54B-A32E-E57CE6A4BBEF}" srcOrd="1" destOrd="0" presId="urn:microsoft.com/office/officeart/2005/8/layout/lProcess3"/>
    <dgm:cxn modelId="{C54C2093-571C-114B-9F5A-31151FA513E4}" type="presParOf" srcId="{5B1886AA-23A4-754A-9372-FDF0861AD585}" destId="{7B696F65-B2A1-8341-9B83-BEE1A89FF907}" srcOrd="2" destOrd="0" presId="urn:microsoft.com/office/officeart/2005/8/layout/lProcess3"/>
    <dgm:cxn modelId="{BA9A5F0F-971A-8040-832C-33841E9AAE06}" type="presParOf" srcId="{7B696F65-B2A1-8341-9B83-BEE1A89FF907}" destId="{3CC1E658-C0BC-B94C-B67A-4EAF64C3D60F}" srcOrd="0" destOrd="0" presId="urn:microsoft.com/office/officeart/2005/8/layout/lProcess3"/>
    <dgm:cxn modelId="{923447D6-5F05-BF40-9FC9-5C2B6E025C33}" type="presParOf" srcId="{5B1886AA-23A4-754A-9372-FDF0861AD585}" destId="{BD577EC4-1A82-E741-ACCF-A311A29E29C6}" srcOrd="3" destOrd="0" presId="urn:microsoft.com/office/officeart/2005/8/layout/lProcess3"/>
    <dgm:cxn modelId="{2A6AEBEE-FE11-D549-9228-76782C299598}" type="presParOf" srcId="{5B1886AA-23A4-754A-9372-FDF0861AD585}" destId="{7F5F9B21-9B6C-4B40-985D-842EE2B06379}" srcOrd="4" destOrd="0" presId="urn:microsoft.com/office/officeart/2005/8/layout/lProcess3"/>
    <dgm:cxn modelId="{FF7CC07A-EA49-9848-810F-7CFA82A3F2A7}" type="presParOf" srcId="{7F5F9B21-9B6C-4B40-985D-842EE2B06379}" destId="{2E848011-D158-7A46-B63B-88E361D6CD47}" srcOrd="0" destOrd="0" presId="urn:microsoft.com/office/officeart/2005/8/layout/lProcess3"/>
    <dgm:cxn modelId="{D26BA8C0-4B60-0949-91D4-6B03DA89C9A3}" type="presParOf" srcId="{5B1886AA-23A4-754A-9372-FDF0861AD585}" destId="{57FEC6DF-CFBD-2240-8E85-AF26A8E72D03}" srcOrd="5" destOrd="0" presId="urn:microsoft.com/office/officeart/2005/8/layout/lProcess3"/>
    <dgm:cxn modelId="{25F4D6E4-FEB4-1446-8C51-74E9C1BFC7E1}" type="presParOf" srcId="{5B1886AA-23A4-754A-9372-FDF0861AD585}" destId="{BA908EE2-2991-5C42-A1B0-165F27FE28A8}" srcOrd="6" destOrd="0" presId="urn:microsoft.com/office/officeart/2005/8/layout/lProcess3"/>
    <dgm:cxn modelId="{DA8FEA1E-0D29-F044-A000-76382CF038F5}" type="presParOf" srcId="{BA908EE2-2991-5C42-A1B0-165F27FE28A8}" destId="{F613D61A-B1CD-A04C-93EE-23E82C64E1BF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32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C461BA7-2F87-484A-8065-C633025F794C}" type="doc">
      <dgm:prSet loTypeId="urn:microsoft.com/office/officeart/2005/8/layout/vList2" loCatId="list" qsTypeId="urn:microsoft.com/office/officeart/2009/2/quickstyle/3d8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00D2A1B-FEDE-4BA0-8B17-36FCEF0D64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Single point of failure </a:t>
          </a:r>
        </a:p>
      </dgm:t>
    </dgm:pt>
    <dgm:pt modelId="{6E3DBD6C-6D2C-4C7A-A77E-977BB0C88C9A}" type="parTrans" cxnId="{BC0A5168-FC58-43AB-BBF7-269F39626835}">
      <dgm:prSet/>
      <dgm:spPr/>
      <dgm:t>
        <a:bodyPr/>
        <a:lstStyle/>
        <a:p>
          <a:endParaRPr lang="en-US"/>
        </a:p>
      </dgm:t>
    </dgm:pt>
    <dgm:pt modelId="{4C6A57AE-2A3A-48C2-9AE5-EBABDEEF382B}" type="sibTrans" cxnId="{BC0A5168-FC58-43AB-BBF7-269F3962683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13AB17B-958F-4C79-9224-FF81C34455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Requires careful configuration and maintenance </a:t>
          </a:r>
        </a:p>
      </dgm:t>
    </dgm:pt>
    <dgm:pt modelId="{BF5133AE-10D2-46F9-8CEF-6F2196B32416}" type="parTrans" cxnId="{E9EA713A-FA38-45BF-BE53-72B29B97A607}">
      <dgm:prSet/>
      <dgm:spPr/>
      <dgm:t>
        <a:bodyPr/>
        <a:lstStyle/>
        <a:p>
          <a:endParaRPr lang="en-US"/>
        </a:p>
      </dgm:t>
    </dgm:pt>
    <dgm:pt modelId="{EF0A9FE6-C64A-4FA3-8CA0-8AD7397731FC}" type="sibTrans" cxnId="{E9EA713A-FA38-45BF-BE53-72B29B97A60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0059D01-623C-4903-8642-58A8E9B1FB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be costly depending on provider</a:t>
          </a:r>
        </a:p>
      </dgm:t>
    </dgm:pt>
    <dgm:pt modelId="{2BD72878-B396-4540-A184-0DB91EFA6C73}" type="parTrans" cxnId="{FAB8372E-E4C8-4710-9B9B-54932F7E9DB9}">
      <dgm:prSet/>
      <dgm:spPr/>
      <dgm:t>
        <a:bodyPr/>
        <a:lstStyle/>
        <a:p>
          <a:endParaRPr lang="en-US"/>
        </a:p>
      </dgm:t>
    </dgm:pt>
    <dgm:pt modelId="{528DC59F-110F-4520-998A-31B54EEFD116}" type="sibTrans" cxnId="{FAB8372E-E4C8-4710-9B9B-54932F7E9DB9}">
      <dgm:prSet/>
      <dgm:spPr/>
      <dgm:t>
        <a:bodyPr/>
        <a:lstStyle/>
        <a:p>
          <a:endParaRPr lang="en-US"/>
        </a:p>
      </dgm:t>
    </dgm:pt>
    <dgm:pt modelId="{42E51774-4980-394E-8862-934CC008DFDB}" type="pres">
      <dgm:prSet presAssocID="{FC461BA7-2F87-484A-8065-C633025F794C}" presName="linear" presStyleCnt="0">
        <dgm:presLayoutVars>
          <dgm:animLvl val="lvl"/>
          <dgm:resizeHandles val="exact"/>
        </dgm:presLayoutVars>
      </dgm:prSet>
      <dgm:spPr/>
    </dgm:pt>
    <dgm:pt modelId="{76EB581E-F19B-C344-9066-2A80F4294E90}" type="pres">
      <dgm:prSet presAssocID="{F00D2A1B-FEDE-4BA0-8B17-36FCEF0D64B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21A555D-99AC-AA4E-BD89-72F853F7A6AD}" type="pres">
      <dgm:prSet presAssocID="{4C6A57AE-2A3A-48C2-9AE5-EBABDEEF382B}" presName="spacer" presStyleCnt="0"/>
      <dgm:spPr/>
    </dgm:pt>
    <dgm:pt modelId="{6C8BA330-73CC-D340-B0CF-46A2A1FF0A68}" type="pres">
      <dgm:prSet presAssocID="{F13AB17B-958F-4C79-9224-FF81C344557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D1EE5B1-EB97-9940-94D3-A55F78D9F765}" type="pres">
      <dgm:prSet presAssocID="{EF0A9FE6-C64A-4FA3-8CA0-8AD7397731FC}" presName="spacer" presStyleCnt="0"/>
      <dgm:spPr/>
    </dgm:pt>
    <dgm:pt modelId="{D166F537-3922-ED43-B6FB-2A997DCF918F}" type="pres">
      <dgm:prSet presAssocID="{30059D01-623C-4903-8642-58A8E9B1FB7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B048901-1B7D-B14F-8CD9-A1FC34B13B39}" type="presOf" srcId="{FC461BA7-2F87-484A-8065-C633025F794C}" destId="{42E51774-4980-394E-8862-934CC008DFDB}" srcOrd="0" destOrd="0" presId="urn:microsoft.com/office/officeart/2005/8/layout/vList2"/>
    <dgm:cxn modelId="{FAB8372E-E4C8-4710-9B9B-54932F7E9DB9}" srcId="{FC461BA7-2F87-484A-8065-C633025F794C}" destId="{30059D01-623C-4903-8642-58A8E9B1FB70}" srcOrd="2" destOrd="0" parTransId="{2BD72878-B396-4540-A184-0DB91EFA6C73}" sibTransId="{528DC59F-110F-4520-998A-31B54EEFD116}"/>
    <dgm:cxn modelId="{E9EA713A-FA38-45BF-BE53-72B29B97A607}" srcId="{FC461BA7-2F87-484A-8065-C633025F794C}" destId="{F13AB17B-958F-4C79-9224-FF81C344557A}" srcOrd="1" destOrd="0" parTransId="{BF5133AE-10D2-46F9-8CEF-6F2196B32416}" sibTransId="{EF0A9FE6-C64A-4FA3-8CA0-8AD7397731FC}"/>
    <dgm:cxn modelId="{8713C244-006C-D347-9F40-7D10ED22E0B2}" type="presOf" srcId="{30059D01-623C-4903-8642-58A8E9B1FB70}" destId="{D166F537-3922-ED43-B6FB-2A997DCF918F}" srcOrd="0" destOrd="0" presId="urn:microsoft.com/office/officeart/2005/8/layout/vList2"/>
    <dgm:cxn modelId="{BC0A5168-FC58-43AB-BBF7-269F39626835}" srcId="{FC461BA7-2F87-484A-8065-C633025F794C}" destId="{F00D2A1B-FEDE-4BA0-8B17-36FCEF0D64B8}" srcOrd="0" destOrd="0" parTransId="{6E3DBD6C-6D2C-4C7A-A77E-977BB0C88C9A}" sibTransId="{4C6A57AE-2A3A-48C2-9AE5-EBABDEEF382B}"/>
    <dgm:cxn modelId="{B0E88679-A702-804C-A233-5175BEAD16CA}" type="presOf" srcId="{F13AB17B-958F-4C79-9224-FF81C344557A}" destId="{6C8BA330-73CC-D340-B0CF-46A2A1FF0A68}" srcOrd="0" destOrd="0" presId="urn:microsoft.com/office/officeart/2005/8/layout/vList2"/>
    <dgm:cxn modelId="{BE76DC7B-A9BB-1D4A-AD96-85A44CF1568C}" type="presOf" srcId="{F00D2A1B-FEDE-4BA0-8B17-36FCEF0D64B8}" destId="{76EB581E-F19B-C344-9066-2A80F4294E90}" srcOrd="0" destOrd="0" presId="urn:microsoft.com/office/officeart/2005/8/layout/vList2"/>
    <dgm:cxn modelId="{60587569-893D-EA48-AA83-91207707BD14}" type="presParOf" srcId="{42E51774-4980-394E-8862-934CC008DFDB}" destId="{76EB581E-F19B-C344-9066-2A80F4294E90}" srcOrd="0" destOrd="0" presId="urn:microsoft.com/office/officeart/2005/8/layout/vList2"/>
    <dgm:cxn modelId="{7E086B80-F17F-0B40-B502-1D095901EB28}" type="presParOf" srcId="{42E51774-4980-394E-8862-934CC008DFDB}" destId="{921A555D-99AC-AA4E-BD89-72F853F7A6AD}" srcOrd="1" destOrd="0" presId="urn:microsoft.com/office/officeart/2005/8/layout/vList2"/>
    <dgm:cxn modelId="{3076B174-2A53-AF40-AF85-5A21437926A8}" type="presParOf" srcId="{42E51774-4980-394E-8862-934CC008DFDB}" destId="{6C8BA330-73CC-D340-B0CF-46A2A1FF0A68}" srcOrd="2" destOrd="0" presId="urn:microsoft.com/office/officeart/2005/8/layout/vList2"/>
    <dgm:cxn modelId="{EADA1B37-59F0-2B44-8EEB-138A878D8866}" type="presParOf" srcId="{42E51774-4980-394E-8862-934CC008DFDB}" destId="{6D1EE5B1-EB97-9940-94D3-A55F78D9F765}" srcOrd="3" destOrd="0" presId="urn:microsoft.com/office/officeart/2005/8/layout/vList2"/>
    <dgm:cxn modelId="{985DE806-8307-4145-B349-8F232ED28541}" type="presParOf" srcId="{42E51774-4980-394E-8862-934CC008DFDB}" destId="{D166F537-3922-ED43-B6FB-2A997DCF918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1D2A754-8C36-4997-8D01-5BEB1BB041FC}" type="doc">
      <dgm:prSet loTypeId="urn:microsoft.com/office/officeart/2005/8/layout/vList2" loCatId="list" qsTypeId="urn:microsoft.com/office/officeart/2009/2/quickstyle/3d8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F2AA840-5F68-43F7-91F1-ABBC9F003474}">
      <dgm:prSet/>
      <dgm:spPr/>
      <dgm:t>
        <a:bodyPr/>
        <a:lstStyle/>
        <a:p>
          <a:r>
            <a:rPr lang="en-US" dirty="0"/>
            <a:t>Simplifies login for users </a:t>
          </a:r>
        </a:p>
      </dgm:t>
    </dgm:pt>
    <dgm:pt modelId="{D3B6BC6D-7B1A-4797-8FA3-A55B835A1ABB}" type="parTrans" cxnId="{70010ABC-301A-4CE6-A6CD-1EBE69705F73}">
      <dgm:prSet/>
      <dgm:spPr/>
      <dgm:t>
        <a:bodyPr/>
        <a:lstStyle/>
        <a:p>
          <a:endParaRPr lang="en-US"/>
        </a:p>
      </dgm:t>
    </dgm:pt>
    <dgm:pt modelId="{573F7A42-4D6A-4DC2-96FC-A223A22137A0}" type="sibTrans" cxnId="{70010ABC-301A-4CE6-A6CD-1EBE69705F73}">
      <dgm:prSet/>
      <dgm:spPr/>
      <dgm:t>
        <a:bodyPr/>
        <a:lstStyle/>
        <a:p>
          <a:endParaRPr lang="en-US"/>
        </a:p>
      </dgm:t>
    </dgm:pt>
    <dgm:pt modelId="{B4F10B4D-0B75-460D-A345-545C689E38CF}">
      <dgm:prSet/>
      <dgm:spPr/>
      <dgm:t>
        <a:bodyPr/>
        <a:lstStyle/>
        <a:p>
          <a:r>
            <a:rPr lang="en-US" dirty="0"/>
            <a:t>Reduces password fatigue </a:t>
          </a:r>
        </a:p>
      </dgm:t>
    </dgm:pt>
    <dgm:pt modelId="{12A6A5FE-A8ED-4606-8051-D42DB69015F9}" type="parTrans" cxnId="{17C6F400-FBD1-41F2-96C0-EFEAF1CD0862}">
      <dgm:prSet/>
      <dgm:spPr/>
      <dgm:t>
        <a:bodyPr/>
        <a:lstStyle/>
        <a:p>
          <a:endParaRPr lang="en-US"/>
        </a:p>
      </dgm:t>
    </dgm:pt>
    <dgm:pt modelId="{78D9D9F3-FE2E-49E7-B4DE-E15A5AAD0244}" type="sibTrans" cxnId="{17C6F400-FBD1-41F2-96C0-EFEAF1CD0862}">
      <dgm:prSet/>
      <dgm:spPr/>
      <dgm:t>
        <a:bodyPr/>
        <a:lstStyle/>
        <a:p>
          <a:endParaRPr lang="en-US"/>
        </a:p>
      </dgm:t>
    </dgm:pt>
    <dgm:pt modelId="{39EAE69C-1C7D-41B6-8B30-F6A6E267B03A}">
      <dgm:prSet/>
      <dgm:spPr/>
      <dgm:t>
        <a:bodyPr/>
        <a:lstStyle/>
        <a:p>
          <a:r>
            <a:rPr lang="en-US"/>
            <a:t>Centralized authentication management</a:t>
          </a:r>
        </a:p>
      </dgm:t>
    </dgm:pt>
    <dgm:pt modelId="{23C62EB6-7DD1-4612-B3F9-B1843B8FC483}" type="parTrans" cxnId="{CB43B801-5E80-4E63-8403-ADE03B26D00F}">
      <dgm:prSet/>
      <dgm:spPr/>
      <dgm:t>
        <a:bodyPr/>
        <a:lstStyle/>
        <a:p>
          <a:endParaRPr lang="en-US"/>
        </a:p>
      </dgm:t>
    </dgm:pt>
    <dgm:pt modelId="{087642CB-58CA-4C85-AE3E-FAA6356CAFAF}" type="sibTrans" cxnId="{CB43B801-5E80-4E63-8403-ADE03B26D00F}">
      <dgm:prSet/>
      <dgm:spPr/>
      <dgm:t>
        <a:bodyPr/>
        <a:lstStyle/>
        <a:p>
          <a:endParaRPr lang="en-US"/>
        </a:p>
      </dgm:t>
    </dgm:pt>
    <dgm:pt modelId="{D132E813-78AA-F741-9D4B-0987C7CC53CE}" type="pres">
      <dgm:prSet presAssocID="{11D2A754-8C36-4997-8D01-5BEB1BB041FC}" presName="linear" presStyleCnt="0">
        <dgm:presLayoutVars>
          <dgm:animLvl val="lvl"/>
          <dgm:resizeHandles val="exact"/>
        </dgm:presLayoutVars>
      </dgm:prSet>
      <dgm:spPr/>
    </dgm:pt>
    <dgm:pt modelId="{25A620F5-051B-674B-ACCD-A022620026D5}" type="pres">
      <dgm:prSet presAssocID="{EF2AA840-5F68-43F7-91F1-ABBC9F003474}" presName="parentText" presStyleLbl="node1" presStyleIdx="0" presStyleCnt="3" custLinFactNeighborX="1919" custLinFactNeighborY="-20435">
        <dgm:presLayoutVars>
          <dgm:chMax val="0"/>
          <dgm:bulletEnabled val="1"/>
        </dgm:presLayoutVars>
      </dgm:prSet>
      <dgm:spPr/>
    </dgm:pt>
    <dgm:pt modelId="{F07447D9-F9FB-6741-8970-2A21FC8D26E9}" type="pres">
      <dgm:prSet presAssocID="{573F7A42-4D6A-4DC2-96FC-A223A22137A0}" presName="spacer" presStyleCnt="0"/>
      <dgm:spPr/>
    </dgm:pt>
    <dgm:pt modelId="{A984F932-B866-6542-AAC9-ED20414C14DB}" type="pres">
      <dgm:prSet presAssocID="{B4F10B4D-0B75-460D-A345-545C689E38C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16A2A2B-60C1-D84C-A33A-F930A155E327}" type="pres">
      <dgm:prSet presAssocID="{78D9D9F3-FE2E-49E7-B4DE-E15A5AAD0244}" presName="spacer" presStyleCnt="0"/>
      <dgm:spPr/>
    </dgm:pt>
    <dgm:pt modelId="{5960E4F7-3CF6-454F-92FF-7F73B7C82E4B}" type="pres">
      <dgm:prSet presAssocID="{39EAE69C-1C7D-41B6-8B30-F6A6E267B03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7C6F400-FBD1-41F2-96C0-EFEAF1CD0862}" srcId="{11D2A754-8C36-4997-8D01-5BEB1BB041FC}" destId="{B4F10B4D-0B75-460D-A345-545C689E38CF}" srcOrd="1" destOrd="0" parTransId="{12A6A5FE-A8ED-4606-8051-D42DB69015F9}" sibTransId="{78D9D9F3-FE2E-49E7-B4DE-E15A5AAD0244}"/>
    <dgm:cxn modelId="{CB43B801-5E80-4E63-8403-ADE03B26D00F}" srcId="{11D2A754-8C36-4997-8D01-5BEB1BB041FC}" destId="{39EAE69C-1C7D-41B6-8B30-F6A6E267B03A}" srcOrd="2" destOrd="0" parTransId="{23C62EB6-7DD1-4612-B3F9-B1843B8FC483}" sibTransId="{087642CB-58CA-4C85-AE3E-FAA6356CAFAF}"/>
    <dgm:cxn modelId="{7432A322-A527-C34D-B0A2-2FB5D70BD3A7}" type="presOf" srcId="{39EAE69C-1C7D-41B6-8B30-F6A6E267B03A}" destId="{5960E4F7-3CF6-454F-92FF-7F73B7C82E4B}" srcOrd="0" destOrd="0" presId="urn:microsoft.com/office/officeart/2005/8/layout/vList2"/>
    <dgm:cxn modelId="{C5D6AD23-D6DC-7E45-AA0C-C92D57217DD5}" type="presOf" srcId="{EF2AA840-5F68-43F7-91F1-ABBC9F003474}" destId="{25A620F5-051B-674B-ACCD-A022620026D5}" srcOrd="0" destOrd="0" presId="urn:microsoft.com/office/officeart/2005/8/layout/vList2"/>
    <dgm:cxn modelId="{B8AF9241-6FC9-C34E-ABFF-3A2D0D2B0D7F}" type="presOf" srcId="{11D2A754-8C36-4997-8D01-5BEB1BB041FC}" destId="{D132E813-78AA-F741-9D4B-0987C7CC53CE}" srcOrd="0" destOrd="0" presId="urn:microsoft.com/office/officeart/2005/8/layout/vList2"/>
    <dgm:cxn modelId="{7717575A-47D9-F048-8335-76A9710C4254}" type="presOf" srcId="{B4F10B4D-0B75-460D-A345-545C689E38CF}" destId="{A984F932-B866-6542-AAC9-ED20414C14DB}" srcOrd="0" destOrd="0" presId="urn:microsoft.com/office/officeart/2005/8/layout/vList2"/>
    <dgm:cxn modelId="{70010ABC-301A-4CE6-A6CD-1EBE69705F73}" srcId="{11D2A754-8C36-4997-8D01-5BEB1BB041FC}" destId="{EF2AA840-5F68-43F7-91F1-ABBC9F003474}" srcOrd="0" destOrd="0" parTransId="{D3B6BC6D-7B1A-4797-8FA3-A55B835A1ABB}" sibTransId="{573F7A42-4D6A-4DC2-96FC-A223A22137A0}"/>
    <dgm:cxn modelId="{277BE1DD-EF2B-EC44-9253-4FFEA9C5B7F6}" type="presParOf" srcId="{D132E813-78AA-F741-9D4B-0987C7CC53CE}" destId="{25A620F5-051B-674B-ACCD-A022620026D5}" srcOrd="0" destOrd="0" presId="urn:microsoft.com/office/officeart/2005/8/layout/vList2"/>
    <dgm:cxn modelId="{6F8719E5-6689-8D40-A182-8B733DF29481}" type="presParOf" srcId="{D132E813-78AA-F741-9D4B-0987C7CC53CE}" destId="{F07447D9-F9FB-6741-8970-2A21FC8D26E9}" srcOrd="1" destOrd="0" presId="urn:microsoft.com/office/officeart/2005/8/layout/vList2"/>
    <dgm:cxn modelId="{F338D375-D931-214D-A116-F605249B4E3C}" type="presParOf" srcId="{D132E813-78AA-F741-9D4B-0987C7CC53CE}" destId="{A984F932-B866-6542-AAC9-ED20414C14DB}" srcOrd="2" destOrd="0" presId="urn:microsoft.com/office/officeart/2005/8/layout/vList2"/>
    <dgm:cxn modelId="{7E3296E1-6A47-7F49-81DD-B07497D5771C}" type="presParOf" srcId="{D132E813-78AA-F741-9D4B-0987C7CC53CE}" destId="{A16A2A2B-60C1-D84C-A33A-F930A155E327}" srcOrd="3" destOrd="0" presId="urn:microsoft.com/office/officeart/2005/8/layout/vList2"/>
    <dgm:cxn modelId="{5266D16B-C355-D844-9502-12C8B2A35295}" type="presParOf" srcId="{D132E813-78AA-F741-9D4B-0987C7CC53CE}" destId="{5960E4F7-3CF6-454F-92FF-7F73B7C82E4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C461BA7-2F87-484A-8065-C633025F794C}" type="doc">
      <dgm:prSet loTypeId="urn:microsoft.com/office/officeart/2005/8/layout/vList2" loCatId="list" qsTypeId="urn:microsoft.com/office/officeart/2009/2/quickstyle/3d8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00D2A1B-FEDE-4BA0-8B17-36FCEF0D64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Only provides authorization, not authentication.</a:t>
          </a:r>
        </a:p>
      </dgm:t>
    </dgm:pt>
    <dgm:pt modelId="{6E3DBD6C-6D2C-4C7A-A77E-977BB0C88C9A}" type="parTrans" cxnId="{BC0A5168-FC58-43AB-BBF7-269F39626835}">
      <dgm:prSet/>
      <dgm:spPr/>
      <dgm:t>
        <a:bodyPr/>
        <a:lstStyle/>
        <a:p>
          <a:endParaRPr lang="en-US"/>
        </a:p>
      </dgm:t>
    </dgm:pt>
    <dgm:pt modelId="{4C6A57AE-2A3A-48C2-9AE5-EBABDEEF382B}" type="sibTrans" cxnId="{BC0A5168-FC58-43AB-BBF7-269F3962683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13AB17B-958F-4C79-9224-FF81C34455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Implementation complexity</a:t>
          </a:r>
          <a:r>
            <a:rPr lang="en-US" baseline="0" dirty="0"/>
            <a:t> varies by provider.</a:t>
          </a:r>
          <a:endParaRPr lang="en-US" dirty="0"/>
        </a:p>
      </dgm:t>
    </dgm:pt>
    <dgm:pt modelId="{BF5133AE-10D2-46F9-8CEF-6F2196B32416}" type="parTrans" cxnId="{E9EA713A-FA38-45BF-BE53-72B29B97A607}">
      <dgm:prSet/>
      <dgm:spPr/>
      <dgm:t>
        <a:bodyPr/>
        <a:lstStyle/>
        <a:p>
          <a:endParaRPr lang="en-US"/>
        </a:p>
      </dgm:t>
    </dgm:pt>
    <dgm:pt modelId="{EF0A9FE6-C64A-4FA3-8CA0-8AD7397731FC}" type="sibTrans" cxnId="{E9EA713A-FA38-45BF-BE53-72B29B97A60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0059D01-623C-4903-8642-58A8E9B1FB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Token Management adds overhead</a:t>
          </a:r>
        </a:p>
      </dgm:t>
    </dgm:pt>
    <dgm:pt modelId="{2BD72878-B396-4540-A184-0DB91EFA6C73}" type="parTrans" cxnId="{FAB8372E-E4C8-4710-9B9B-54932F7E9DB9}">
      <dgm:prSet/>
      <dgm:spPr/>
      <dgm:t>
        <a:bodyPr/>
        <a:lstStyle/>
        <a:p>
          <a:endParaRPr lang="en-US"/>
        </a:p>
      </dgm:t>
    </dgm:pt>
    <dgm:pt modelId="{528DC59F-110F-4520-998A-31B54EEFD116}" type="sibTrans" cxnId="{FAB8372E-E4C8-4710-9B9B-54932F7E9DB9}">
      <dgm:prSet/>
      <dgm:spPr/>
      <dgm:t>
        <a:bodyPr/>
        <a:lstStyle/>
        <a:p>
          <a:endParaRPr lang="en-US"/>
        </a:p>
      </dgm:t>
    </dgm:pt>
    <dgm:pt modelId="{42E51774-4980-394E-8862-934CC008DFDB}" type="pres">
      <dgm:prSet presAssocID="{FC461BA7-2F87-484A-8065-C633025F794C}" presName="linear" presStyleCnt="0">
        <dgm:presLayoutVars>
          <dgm:animLvl val="lvl"/>
          <dgm:resizeHandles val="exact"/>
        </dgm:presLayoutVars>
      </dgm:prSet>
      <dgm:spPr/>
    </dgm:pt>
    <dgm:pt modelId="{76EB581E-F19B-C344-9066-2A80F4294E90}" type="pres">
      <dgm:prSet presAssocID="{F00D2A1B-FEDE-4BA0-8B17-36FCEF0D64B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21A555D-99AC-AA4E-BD89-72F853F7A6AD}" type="pres">
      <dgm:prSet presAssocID="{4C6A57AE-2A3A-48C2-9AE5-EBABDEEF382B}" presName="spacer" presStyleCnt="0"/>
      <dgm:spPr/>
    </dgm:pt>
    <dgm:pt modelId="{6C8BA330-73CC-D340-B0CF-46A2A1FF0A68}" type="pres">
      <dgm:prSet presAssocID="{F13AB17B-958F-4C79-9224-FF81C344557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D1EE5B1-EB97-9940-94D3-A55F78D9F765}" type="pres">
      <dgm:prSet presAssocID="{EF0A9FE6-C64A-4FA3-8CA0-8AD7397731FC}" presName="spacer" presStyleCnt="0"/>
      <dgm:spPr/>
    </dgm:pt>
    <dgm:pt modelId="{D166F537-3922-ED43-B6FB-2A997DCF918F}" type="pres">
      <dgm:prSet presAssocID="{30059D01-623C-4903-8642-58A8E9B1FB7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B048901-1B7D-B14F-8CD9-A1FC34B13B39}" type="presOf" srcId="{FC461BA7-2F87-484A-8065-C633025F794C}" destId="{42E51774-4980-394E-8862-934CC008DFDB}" srcOrd="0" destOrd="0" presId="urn:microsoft.com/office/officeart/2005/8/layout/vList2"/>
    <dgm:cxn modelId="{FAB8372E-E4C8-4710-9B9B-54932F7E9DB9}" srcId="{FC461BA7-2F87-484A-8065-C633025F794C}" destId="{30059D01-623C-4903-8642-58A8E9B1FB70}" srcOrd="2" destOrd="0" parTransId="{2BD72878-B396-4540-A184-0DB91EFA6C73}" sibTransId="{528DC59F-110F-4520-998A-31B54EEFD116}"/>
    <dgm:cxn modelId="{E9EA713A-FA38-45BF-BE53-72B29B97A607}" srcId="{FC461BA7-2F87-484A-8065-C633025F794C}" destId="{F13AB17B-958F-4C79-9224-FF81C344557A}" srcOrd="1" destOrd="0" parTransId="{BF5133AE-10D2-46F9-8CEF-6F2196B32416}" sibTransId="{EF0A9FE6-C64A-4FA3-8CA0-8AD7397731FC}"/>
    <dgm:cxn modelId="{BC0A5168-FC58-43AB-BBF7-269F39626835}" srcId="{FC461BA7-2F87-484A-8065-C633025F794C}" destId="{F00D2A1B-FEDE-4BA0-8B17-36FCEF0D64B8}" srcOrd="0" destOrd="0" parTransId="{6E3DBD6C-6D2C-4C7A-A77E-977BB0C88C9A}" sibTransId="{4C6A57AE-2A3A-48C2-9AE5-EBABDEEF382B}"/>
    <dgm:cxn modelId="{0C459894-232D-3441-9B9F-9734D160DC36}" type="presOf" srcId="{F00D2A1B-FEDE-4BA0-8B17-36FCEF0D64B8}" destId="{76EB581E-F19B-C344-9066-2A80F4294E90}" srcOrd="0" destOrd="0" presId="urn:microsoft.com/office/officeart/2005/8/layout/vList2"/>
    <dgm:cxn modelId="{906AE3D1-C93A-BA49-95FB-A9CF1450DE5E}" type="presOf" srcId="{30059D01-623C-4903-8642-58A8E9B1FB70}" destId="{D166F537-3922-ED43-B6FB-2A997DCF918F}" srcOrd="0" destOrd="0" presId="urn:microsoft.com/office/officeart/2005/8/layout/vList2"/>
    <dgm:cxn modelId="{BA6B0CEA-57E5-0B43-8DDA-0347B2D4F575}" type="presOf" srcId="{F13AB17B-958F-4C79-9224-FF81C344557A}" destId="{6C8BA330-73CC-D340-B0CF-46A2A1FF0A68}" srcOrd="0" destOrd="0" presId="urn:microsoft.com/office/officeart/2005/8/layout/vList2"/>
    <dgm:cxn modelId="{CA62884F-53F4-144D-927C-96F86C9B2E72}" type="presParOf" srcId="{42E51774-4980-394E-8862-934CC008DFDB}" destId="{76EB581E-F19B-C344-9066-2A80F4294E90}" srcOrd="0" destOrd="0" presId="urn:microsoft.com/office/officeart/2005/8/layout/vList2"/>
    <dgm:cxn modelId="{34F3EA00-86E3-8648-A2E4-9770D3433B4B}" type="presParOf" srcId="{42E51774-4980-394E-8862-934CC008DFDB}" destId="{921A555D-99AC-AA4E-BD89-72F853F7A6AD}" srcOrd="1" destOrd="0" presId="urn:microsoft.com/office/officeart/2005/8/layout/vList2"/>
    <dgm:cxn modelId="{7D2C6963-F3BB-9E45-9A3F-44364D571D10}" type="presParOf" srcId="{42E51774-4980-394E-8862-934CC008DFDB}" destId="{6C8BA330-73CC-D340-B0CF-46A2A1FF0A68}" srcOrd="2" destOrd="0" presId="urn:microsoft.com/office/officeart/2005/8/layout/vList2"/>
    <dgm:cxn modelId="{F9A6ABAF-DA57-1349-AAD7-A2B75C1869AB}" type="presParOf" srcId="{42E51774-4980-394E-8862-934CC008DFDB}" destId="{6D1EE5B1-EB97-9940-94D3-A55F78D9F765}" srcOrd="3" destOrd="0" presId="urn:microsoft.com/office/officeart/2005/8/layout/vList2"/>
    <dgm:cxn modelId="{F7C85BC1-DC46-EF47-95EF-1FF1D90CB824}" type="presParOf" srcId="{42E51774-4980-394E-8862-934CC008DFDB}" destId="{D166F537-3922-ED43-B6FB-2A997DCF918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1D2A754-8C36-4997-8D01-5BEB1BB041FC}" type="doc">
      <dgm:prSet loTypeId="urn:microsoft.com/office/officeart/2005/8/layout/vList2" loCatId="list" qsTypeId="urn:microsoft.com/office/officeart/2009/2/quickstyle/3d8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2AA840-5F68-43F7-91F1-ABBC9F003474}">
      <dgm:prSet/>
      <dgm:spPr/>
      <dgm:t>
        <a:bodyPr/>
        <a:lstStyle/>
        <a:p>
          <a:r>
            <a:rPr lang="en-US" dirty="0"/>
            <a:t>Securely grants limited access to resources</a:t>
          </a:r>
        </a:p>
      </dgm:t>
    </dgm:pt>
    <dgm:pt modelId="{D3B6BC6D-7B1A-4797-8FA3-A55B835A1ABB}" type="parTrans" cxnId="{70010ABC-301A-4CE6-A6CD-1EBE69705F73}">
      <dgm:prSet/>
      <dgm:spPr/>
      <dgm:t>
        <a:bodyPr/>
        <a:lstStyle/>
        <a:p>
          <a:endParaRPr lang="en-US"/>
        </a:p>
      </dgm:t>
    </dgm:pt>
    <dgm:pt modelId="{573F7A42-4D6A-4DC2-96FC-A223A22137A0}" type="sibTrans" cxnId="{70010ABC-301A-4CE6-A6CD-1EBE69705F73}">
      <dgm:prSet/>
      <dgm:spPr/>
      <dgm:t>
        <a:bodyPr/>
        <a:lstStyle/>
        <a:p>
          <a:endParaRPr lang="en-US"/>
        </a:p>
      </dgm:t>
    </dgm:pt>
    <dgm:pt modelId="{B4F10B4D-0B75-460D-A345-545C689E38CF}">
      <dgm:prSet/>
      <dgm:spPr/>
      <dgm:t>
        <a:bodyPr/>
        <a:lstStyle/>
        <a:p>
          <a:r>
            <a:rPr lang="en-US" dirty="0"/>
            <a:t>Widely supported by major platforms (Google, Facebook)</a:t>
          </a:r>
        </a:p>
      </dgm:t>
    </dgm:pt>
    <dgm:pt modelId="{12A6A5FE-A8ED-4606-8051-D42DB69015F9}" type="parTrans" cxnId="{17C6F400-FBD1-41F2-96C0-EFEAF1CD0862}">
      <dgm:prSet/>
      <dgm:spPr/>
      <dgm:t>
        <a:bodyPr/>
        <a:lstStyle/>
        <a:p>
          <a:endParaRPr lang="en-US"/>
        </a:p>
      </dgm:t>
    </dgm:pt>
    <dgm:pt modelId="{78D9D9F3-FE2E-49E7-B4DE-E15A5AAD0244}" type="sibTrans" cxnId="{17C6F400-FBD1-41F2-96C0-EFEAF1CD0862}">
      <dgm:prSet/>
      <dgm:spPr/>
      <dgm:t>
        <a:bodyPr/>
        <a:lstStyle/>
        <a:p>
          <a:endParaRPr lang="en-US"/>
        </a:p>
      </dgm:t>
    </dgm:pt>
    <dgm:pt modelId="{39EAE69C-1C7D-41B6-8B30-F6A6E267B03A}">
      <dgm:prSet/>
      <dgm:spPr/>
      <dgm:t>
        <a:bodyPr/>
        <a:lstStyle/>
        <a:p>
          <a:r>
            <a:rPr lang="en-US" dirty="0"/>
            <a:t>Does not require sharing user passwords</a:t>
          </a:r>
        </a:p>
      </dgm:t>
    </dgm:pt>
    <dgm:pt modelId="{23C62EB6-7DD1-4612-B3F9-B1843B8FC483}" type="parTrans" cxnId="{CB43B801-5E80-4E63-8403-ADE03B26D00F}">
      <dgm:prSet/>
      <dgm:spPr/>
      <dgm:t>
        <a:bodyPr/>
        <a:lstStyle/>
        <a:p>
          <a:endParaRPr lang="en-US"/>
        </a:p>
      </dgm:t>
    </dgm:pt>
    <dgm:pt modelId="{087642CB-58CA-4C85-AE3E-FAA6356CAFAF}" type="sibTrans" cxnId="{CB43B801-5E80-4E63-8403-ADE03B26D00F}">
      <dgm:prSet/>
      <dgm:spPr/>
      <dgm:t>
        <a:bodyPr/>
        <a:lstStyle/>
        <a:p>
          <a:endParaRPr lang="en-US"/>
        </a:p>
      </dgm:t>
    </dgm:pt>
    <dgm:pt modelId="{D132E813-78AA-F741-9D4B-0987C7CC53CE}" type="pres">
      <dgm:prSet presAssocID="{11D2A754-8C36-4997-8D01-5BEB1BB041FC}" presName="linear" presStyleCnt="0">
        <dgm:presLayoutVars>
          <dgm:animLvl val="lvl"/>
          <dgm:resizeHandles val="exact"/>
        </dgm:presLayoutVars>
      </dgm:prSet>
      <dgm:spPr/>
    </dgm:pt>
    <dgm:pt modelId="{25A620F5-051B-674B-ACCD-A022620026D5}" type="pres">
      <dgm:prSet presAssocID="{EF2AA840-5F68-43F7-91F1-ABBC9F00347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07447D9-F9FB-6741-8970-2A21FC8D26E9}" type="pres">
      <dgm:prSet presAssocID="{573F7A42-4D6A-4DC2-96FC-A223A22137A0}" presName="spacer" presStyleCnt="0"/>
      <dgm:spPr/>
    </dgm:pt>
    <dgm:pt modelId="{A984F932-B866-6542-AAC9-ED20414C14DB}" type="pres">
      <dgm:prSet presAssocID="{B4F10B4D-0B75-460D-A345-545C689E38C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16A2A2B-60C1-D84C-A33A-F930A155E327}" type="pres">
      <dgm:prSet presAssocID="{78D9D9F3-FE2E-49E7-B4DE-E15A5AAD0244}" presName="spacer" presStyleCnt="0"/>
      <dgm:spPr/>
    </dgm:pt>
    <dgm:pt modelId="{5960E4F7-3CF6-454F-92FF-7F73B7C82E4B}" type="pres">
      <dgm:prSet presAssocID="{39EAE69C-1C7D-41B6-8B30-F6A6E267B03A}" presName="parentText" presStyleLbl="node1" presStyleIdx="2" presStyleCnt="3" custLinFactNeighborX="0" custLinFactNeighborY="-54991">
        <dgm:presLayoutVars>
          <dgm:chMax val="0"/>
          <dgm:bulletEnabled val="1"/>
        </dgm:presLayoutVars>
      </dgm:prSet>
      <dgm:spPr/>
    </dgm:pt>
  </dgm:ptLst>
  <dgm:cxnLst>
    <dgm:cxn modelId="{17C6F400-FBD1-41F2-96C0-EFEAF1CD0862}" srcId="{11D2A754-8C36-4997-8D01-5BEB1BB041FC}" destId="{B4F10B4D-0B75-460D-A345-545C689E38CF}" srcOrd="1" destOrd="0" parTransId="{12A6A5FE-A8ED-4606-8051-D42DB69015F9}" sibTransId="{78D9D9F3-FE2E-49E7-B4DE-E15A5AAD0244}"/>
    <dgm:cxn modelId="{CB43B801-5E80-4E63-8403-ADE03B26D00F}" srcId="{11D2A754-8C36-4997-8D01-5BEB1BB041FC}" destId="{39EAE69C-1C7D-41B6-8B30-F6A6E267B03A}" srcOrd="2" destOrd="0" parTransId="{23C62EB6-7DD1-4612-B3F9-B1843B8FC483}" sibTransId="{087642CB-58CA-4C85-AE3E-FAA6356CAFAF}"/>
    <dgm:cxn modelId="{7432A322-A527-C34D-B0A2-2FB5D70BD3A7}" type="presOf" srcId="{39EAE69C-1C7D-41B6-8B30-F6A6E267B03A}" destId="{5960E4F7-3CF6-454F-92FF-7F73B7C82E4B}" srcOrd="0" destOrd="0" presId="urn:microsoft.com/office/officeart/2005/8/layout/vList2"/>
    <dgm:cxn modelId="{C5D6AD23-D6DC-7E45-AA0C-C92D57217DD5}" type="presOf" srcId="{EF2AA840-5F68-43F7-91F1-ABBC9F003474}" destId="{25A620F5-051B-674B-ACCD-A022620026D5}" srcOrd="0" destOrd="0" presId="urn:microsoft.com/office/officeart/2005/8/layout/vList2"/>
    <dgm:cxn modelId="{B8AF9241-6FC9-C34E-ABFF-3A2D0D2B0D7F}" type="presOf" srcId="{11D2A754-8C36-4997-8D01-5BEB1BB041FC}" destId="{D132E813-78AA-F741-9D4B-0987C7CC53CE}" srcOrd="0" destOrd="0" presId="urn:microsoft.com/office/officeart/2005/8/layout/vList2"/>
    <dgm:cxn modelId="{7717575A-47D9-F048-8335-76A9710C4254}" type="presOf" srcId="{B4F10B4D-0B75-460D-A345-545C689E38CF}" destId="{A984F932-B866-6542-AAC9-ED20414C14DB}" srcOrd="0" destOrd="0" presId="urn:microsoft.com/office/officeart/2005/8/layout/vList2"/>
    <dgm:cxn modelId="{70010ABC-301A-4CE6-A6CD-1EBE69705F73}" srcId="{11D2A754-8C36-4997-8D01-5BEB1BB041FC}" destId="{EF2AA840-5F68-43F7-91F1-ABBC9F003474}" srcOrd="0" destOrd="0" parTransId="{D3B6BC6D-7B1A-4797-8FA3-A55B835A1ABB}" sibTransId="{573F7A42-4D6A-4DC2-96FC-A223A22137A0}"/>
    <dgm:cxn modelId="{277BE1DD-EF2B-EC44-9253-4FFEA9C5B7F6}" type="presParOf" srcId="{D132E813-78AA-F741-9D4B-0987C7CC53CE}" destId="{25A620F5-051B-674B-ACCD-A022620026D5}" srcOrd="0" destOrd="0" presId="urn:microsoft.com/office/officeart/2005/8/layout/vList2"/>
    <dgm:cxn modelId="{6F8719E5-6689-8D40-A182-8B733DF29481}" type="presParOf" srcId="{D132E813-78AA-F741-9D4B-0987C7CC53CE}" destId="{F07447D9-F9FB-6741-8970-2A21FC8D26E9}" srcOrd="1" destOrd="0" presId="urn:microsoft.com/office/officeart/2005/8/layout/vList2"/>
    <dgm:cxn modelId="{F338D375-D931-214D-A116-F605249B4E3C}" type="presParOf" srcId="{D132E813-78AA-F741-9D4B-0987C7CC53CE}" destId="{A984F932-B866-6542-AAC9-ED20414C14DB}" srcOrd="2" destOrd="0" presId="urn:microsoft.com/office/officeart/2005/8/layout/vList2"/>
    <dgm:cxn modelId="{7E3296E1-6A47-7F49-81DD-B07497D5771C}" type="presParOf" srcId="{D132E813-78AA-F741-9D4B-0987C7CC53CE}" destId="{A16A2A2B-60C1-D84C-A33A-F930A155E327}" srcOrd="3" destOrd="0" presId="urn:microsoft.com/office/officeart/2005/8/layout/vList2"/>
    <dgm:cxn modelId="{5266D16B-C355-D844-9502-12C8B2A35295}" type="presParOf" srcId="{D132E813-78AA-F741-9D4B-0987C7CC53CE}" destId="{5960E4F7-3CF6-454F-92FF-7F73B7C82E4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C461BA7-2F87-484A-8065-C633025F794C}" type="doc">
      <dgm:prSet loTypeId="urn:microsoft.com/office/officeart/2005/8/layout/vList2" loCatId="list" qsTypeId="urn:microsoft.com/office/officeart/2009/2/quickstyle/3d8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00D2A1B-FEDE-4BA0-8B17-36FCEF0D64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More Complex to implement than OAuth alone</a:t>
          </a:r>
        </a:p>
      </dgm:t>
    </dgm:pt>
    <dgm:pt modelId="{6E3DBD6C-6D2C-4C7A-A77E-977BB0C88C9A}" type="parTrans" cxnId="{BC0A5168-FC58-43AB-BBF7-269F39626835}">
      <dgm:prSet/>
      <dgm:spPr/>
      <dgm:t>
        <a:bodyPr/>
        <a:lstStyle/>
        <a:p>
          <a:endParaRPr lang="en-US"/>
        </a:p>
      </dgm:t>
    </dgm:pt>
    <dgm:pt modelId="{4C6A57AE-2A3A-48C2-9AE5-EBABDEEF382B}" type="sibTrans" cxnId="{BC0A5168-FC58-43AB-BBF7-269F3962683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13AB17B-958F-4C79-9224-FF81C34455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Dependent on third-party provider reliability</a:t>
          </a:r>
        </a:p>
      </dgm:t>
    </dgm:pt>
    <dgm:pt modelId="{BF5133AE-10D2-46F9-8CEF-6F2196B32416}" type="parTrans" cxnId="{E9EA713A-FA38-45BF-BE53-72B29B97A607}">
      <dgm:prSet/>
      <dgm:spPr/>
      <dgm:t>
        <a:bodyPr/>
        <a:lstStyle/>
        <a:p>
          <a:endParaRPr lang="en-US"/>
        </a:p>
      </dgm:t>
    </dgm:pt>
    <dgm:pt modelId="{EF0A9FE6-C64A-4FA3-8CA0-8AD7397731FC}" type="sibTrans" cxnId="{E9EA713A-FA38-45BF-BE53-72B29B97A60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0059D01-623C-4903-8642-58A8E9B1FB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Extra</a:t>
          </a:r>
          <a:r>
            <a:rPr lang="en-US" baseline="0" dirty="0"/>
            <a:t> Authorization can be cumbersome to users</a:t>
          </a:r>
          <a:endParaRPr lang="en-US" dirty="0"/>
        </a:p>
      </dgm:t>
    </dgm:pt>
    <dgm:pt modelId="{2BD72878-B396-4540-A184-0DB91EFA6C73}" type="parTrans" cxnId="{FAB8372E-E4C8-4710-9B9B-54932F7E9DB9}">
      <dgm:prSet/>
      <dgm:spPr/>
      <dgm:t>
        <a:bodyPr/>
        <a:lstStyle/>
        <a:p>
          <a:endParaRPr lang="en-US"/>
        </a:p>
      </dgm:t>
    </dgm:pt>
    <dgm:pt modelId="{528DC59F-110F-4520-998A-31B54EEFD116}" type="sibTrans" cxnId="{FAB8372E-E4C8-4710-9B9B-54932F7E9DB9}">
      <dgm:prSet/>
      <dgm:spPr/>
      <dgm:t>
        <a:bodyPr/>
        <a:lstStyle/>
        <a:p>
          <a:endParaRPr lang="en-US"/>
        </a:p>
      </dgm:t>
    </dgm:pt>
    <dgm:pt modelId="{42E51774-4980-394E-8862-934CC008DFDB}" type="pres">
      <dgm:prSet presAssocID="{FC461BA7-2F87-484A-8065-C633025F794C}" presName="linear" presStyleCnt="0">
        <dgm:presLayoutVars>
          <dgm:animLvl val="lvl"/>
          <dgm:resizeHandles val="exact"/>
        </dgm:presLayoutVars>
      </dgm:prSet>
      <dgm:spPr/>
    </dgm:pt>
    <dgm:pt modelId="{76EB581E-F19B-C344-9066-2A80F4294E90}" type="pres">
      <dgm:prSet presAssocID="{F00D2A1B-FEDE-4BA0-8B17-36FCEF0D64B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21A555D-99AC-AA4E-BD89-72F853F7A6AD}" type="pres">
      <dgm:prSet presAssocID="{4C6A57AE-2A3A-48C2-9AE5-EBABDEEF382B}" presName="spacer" presStyleCnt="0"/>
      <dgm:spPr/>
    </dgm:pt>
    <dgm:pt modelId="{6C8BA330-73CC-D340-B0CF-46A2A1FF0A68}" type="pres">
      <dgm:prSet presAssocID="{F13AB17B-958F-4C79-9224-FF81C344557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D1EE5B1-EB97-9940-94D3-A55F78D9F765}" type="pres">
      <dgm:prSet presAssocID="{EF0A9FE6-C64A-4FA3-8CA0-8AD7397731FC}" presName="spacer" presStyleCnt="0"/>
      <dgm:spPr/>
    </dgm:pt>
    <dgm:pt modelId="{D166F537-3922-ED43-B6FB-2A997DCF918F}" type="pres">
      <dgm:prSet presAssocID="{30059D01-623C-4903-8642-58A8E9B1FB7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B048901-1B7D-B14F-8CD9-A1FC34B13B39}" type="presOf" srcId="{FC461BA7-2F87-484A-8065-C633025F794C}" destId="{42E51774-4980-394E-8862-934CC008DFDB}" srcOrd="0" destOrd="0" presId="urn:microsoft.com/office/officeart/2005/8/layout/vList2"/>
    <dgm:cxn modelId="{FAB8372E-E4C8-4710-9B9B-54932F7E9DB9}" srcId="{FC461BA7-2F87-484A-8065-C633025F794C}" destId="{30059D01-623C-4903-8642-58A8E9B1FB70}" srcOrd="2" destOrd="0" parTransId="{2BD72878-B396-4540-A184-0DB91EFA6C73}" sibTransId="{528DC59F-110F-4520-998A-31B54EEFD116}"/>
    <dgm:cxn modelId="{E9EA713A-FA38-45BF-BE53-72B29B97A607}" srcId="{FC461BA7-2F87-484A-8065-C633025F794C}" destId="{F13AB17B-958F-4C79-9224-FF81C344557A}" srcOrd="1" destOrd="0" parTransId="{BF5133AE-10D2-46F9-8CEF-6F2196B32416}" sibTransId="{EF0A9FE6-C64A-4FA3-8CA0-8AD7397731FC}"/>
    <dgm:cxn modelId="{8713C244-006C-D347-9F40-7D10ED22E0B2}" type="presOf" srcId="{30059D01-623C-4903-8642-58A8E9B1FB70}" destId="{D166F537-3922-ED43-B6FB-2A997DCF918F}" srcOrd="0" destOrd="0" presId="urn:microsoft.com/office/officeart/2005/8/layout/vList2"/>
    <dgm:cxn modelId="{BC0A5168-FC58-43AB-BBF7-269F39626835}" srcId="{FC461BA7-2F87-484A-8065-C633025F794C}" destId="{F00D2A1B-FEDE-4BA0-8B17-36FCEF0D64B8}" srcOrd="0" destOrd="0" parTransId="{6E3DBD6C-6D2C-4C7A-A77E-977BB0C88C9A}" sibTransId="{4C6A57AE-2A3A-48C2-9AE5-EBABDEEF382B}"/>
    <dgm:cxn modelId="{B0E88679-A702-804C-A233-5175BEAD16CA}" type="presOf" srcId="{F13AB17B-958F-4C79-9224-FF81C344557A}" destId="{6C8BA330-73CC-D340-B0CF-46A2A1FF0A68}" srcOrd="0" destOrd="0" presId="urn:microsoft.com/office/officeart/2005/8/layout/vList2"/>
    <dgm:cxn modelId="{BE76DC7B-A9BB-1D4A-AD96-85A44CF1568C}" type="presOf" srcId="{F00D2A1B-FEDE-4BA0-8B17-36FCEF0D64B8}" destId="{76EB581E-F19B-C344-9066-2A80F4294E90}" srcOrd="0" destOrd="0" presId="urn:microsoft.com/office/officeart/2005/8/layout/vList2"/>
    <dgm:cxn modelId="{60587569-893D-EA48-AA83-91207707BD14}" type="presParOf" srcId="{42E51774-4980-394E-8862-934CC008DFDB}" destId="{76EB581E-F19B-C344-9066-2A80F4294E90}" srcOrd="0" destOrd="0" presId="urn:microsoft.com/office/officeart/2005/8/layout/vList2"/>
    <dgm:cxn modelId="{7E086B80-F17F-0B40-B502-1D095901EB28}" type="presParOf" srcId="{42E51774-4980-394E-8862-934CC008DFDB}" destId="{921A555D-99AC-AA4E-BD89-72F853F7A6AD}" srcOrd="1" destOrd="0" presId="urn:microsoft.com/office/officeart/2005/8/layout/vList2"/>
    <dgm:cxn modelId="{3076B174-2A53-AF40-AF85-5A21437926A8}" type="presParOf" srcId="{42E51774-4980-394E-8862-934CC008DFDB}" destId="{6C8BA330-73CC-D340-B0CF-46A2A1FF0A68}" srcOrd="2" destOrd="0" presId="urn:microsoft.com/office/officeart/2005/8/layout/vList2"/>
    <dgm:cxn modelId="{EADA1B37-59F0-2B44-8EEB-138A878D8866}" type="presParOf" srcId="{42E51774-4980-394E-8862-934CC008DFDB}" destId="{6D1EE5B1-EB97-9940-94D3-A55F78D9F765}" srcOrd="3" destOrd="0" presId="urn:microsoft.com/office/officeart/2005/8/layout/vList2"/>
    <dgm:cxn modelId="{985DE806-8307-4145-B349-8F232ED28541}" type="presParOf" srcId="{42E51774-4980-394E-8862-934CC008DFDB}" destId="{D166F537-3922-ED43-B6FB-2A997DCF918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1D2A754-8C36-4997-8D01-5BEB1BB041FC}" type="doc">
      <dgm:prSet loTypeId="urn:microsoft.com/office/officeart/2005/8/layout/vList2" loCatId="list" qsTypeId="urn:microsoft.com/office/officeart/2009/2/quickstyle/3d8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2AA840-5F68-43F7-91F1-ABBC9F003474}">
      <dgm:prSet custT="1"/>
      <dgm:spPr/>
      <dgm:t>
        <a:bodyPr/>
        <a:lstStyle/>
        <a:p>
          <a:r>
            <a:rPr lang="en-US" sz="2400" dirty="0"/>
            <a:t>Adds authentication to OAuth’s authorization </a:t>
          </a:r>
        </a:p>
      </dgm:t>
    </dgm:pt>
    <dgm:pt modelId="{D3B6BC6D-7B1A-4797-8FA3-A55B835A1ABB}" type="parTrans" cxnId="{70010ABC-301A-4CE6-A6CD-1EBE69705F73}">
      <dgm:prSet/>
      <dgm:spPr/>
      <dgm:t>
        <a:bodyPr/>
        <a:lstStyle/>
        <a:p>
          <a:endParaRPr lang="en-US"/>
        </a:p>
      </dgm:t>
    </dgm:pt>
    <dgm:pt modelId="{573F7A42-4D6A-4DC2-96FC-A223A22137A0}" type="sibTrans" cxnId="{70010ABC-301A-4CE6-A6CD-1EBE69705F73}">
      <dgm:prSet/>
      <dgm:spPr/>
      <dgm:t>
        <a:bodyPr/>
        <a:lstStyle/>
        <a:p>
          <a:endParaRPr lang="en-US"/>
        </a:p>
      </dgm:t>
    </dgm:pt>
    <dgm:pt modelId="{B4F10B4D-0B75-460D-A345-545C689E38CF}">
      <dgm:prSet custT="1"/>
      <dgm:spPr/>
      <dgm:t>
        <a:bodyPr/>
        <a:lstStyle/>
        <a:p>
          <a:r>
            <a:rPr lang="en-US" sz="2400" dirty="0"/>
            <a:t>Standardized and widely supported</a:t>
          </a:r>
        </a:p>
      </dgm:t>
    </dgm:pt>
    <dgm:pt modelId="{12A6A5FE-A8ED-4606-8051-D42DB69015F9}" type="parTrans" cxnId="{17C6F400-FBD1-41F2-96C0-EFEAF1CD0862}">
      <dgm:prSet/>
      <dgm:spPr/>
      <dgm:t>
        <a:bodyPr/>
        <a:lstStyle/>
        <a:p>
          <a:endParaRPr lang="en-US"/>
        </a:p>
      </dgm:t>
    </dgm:pt>
    <dgm:pt modelId="{78D9D9F3-FE2E-49E7-B4DE-E15A5AAD0244}" type="sibTrans" cxnId="{17C6F400-FBD1-41F2-96C0-EFEAF1CD0862}">
      <dgm:prSet/>
      <dgm:spPr/>
      <dgm:t>
        <a:bodyPr/>
        <a:lstStyle/>
        <a:p>
          <a:endParaRPr lang="en-US"/>
        </a:p>
      </dgm:t>
    </dgm:pt>
    <dgm:pt modelId="{39EAE69C-1C7D-41B6-8B30-F6A6E267B03A}">
      <dgm:prSet custT="1"/>
      <dgm:spPr/>
      <dgm:t>
        <a:bodyPr/>
        <a:lstStyle/>
        <a:p>
          <a:r>
            <a:rPr lang="en-US" sz="2400" dirty="0"/>
            <a:t>Very secure, Verifies user is who they say they are</a:t>
          </a:r>
        </a:p>
      </dgm:t>
    </dgm:pt>
    <dgm:pt modelId="{23C62EB6-7DD1-4612-B3F9-B1843B8FC483}" type="parTrans" cxnId="{CB43B801-5E80-4E63-8403-ADE03B26D00F}">
      <dgm:prSet/>
      <dgm:spPr/>
      <dgm:t>
        <a:bodyPr/>
        <a:lstStyle/>
        <a:p>
          <a:endParaRPr lang="en-US"/>
        </a:p>
      </dgm:t>
    </dgm:pt>
    <dgm:pt modelId="{087642CB-58CA-4C85-AE3E-FAA6356CAFAF}" type="sibTrans" cxnId="{CB43B801-5E80-4E63-8403-ADE03B26D00F}">
      <dgm:prSet/>
      <dgm:spPr/>
      <dgm:t>
        <a:bodyPr/>
        <a:lstStyle/>
        <a:p>
          <a:endParaRPr lang="en-US"/>
        </a:p>
      </dgm:t>
    </dgm:pt>
    <dgm:pt modelId="{D132E813-78AA-F741-9D4B-0987C7CC53CE}" type="pres">
      <dgm:prSet presAssocID="{11D2A754-8C36-4997-8D01-5BEB1BB041FC}" presName="linear" presStyleCnt="0">
        <dgm:presLayoutVars>
          <dgm:animLvl val="lvl"/>
          <dgm:resizeHandles val="exact"/>
        </dgm:presLayoutVars>
      </dgm:prSet>
      <dgm:spPr/>
    </dgm:pt>
    <dgm:pt modelId="{25A620F5-051B-674B-ACCD-A022620026D5}" type="pres">
      <dgm:prSet presAssocID="{EF2AA840-5F68-43F7-91F1-ABBC9F003474}" presName="parentText" presStyleLbl="node1" presStyleIdx="0" presStyleCnt="3" custLinFactY="-3665" custLinFactNeighborX="9661" custLinFactNeighborY="-100000">
        <dgm:presLayoutVars>
          <dgm:chMax val="0"/>
          <dgm:bulletEnabled val="1"/>
        </dgm:presLayoutVars>
      </dgm:prSet>
      <dgm:spPr/>
    </dgm:pt>
    <dgm:pt modelId="{F07447D9-F9FB-6741-8970-2A21FC8D26E9}" type="pres">
      <dgm:prSet presAssocID="{573F7A42-4D6A-4DC2-96FC-A223A22137A0}" presName="spacer" presStyleCnt="0"/>
      <dgm:spPr/>
    </dgm:pt>
    <dgm:pt modelId="{A984F932-B866-6542-AAC9-ED20414C14DB}" type="pres">
      <dgm:prSet presAssocID="{B4F10B4D-0B75-460D-A345-545C689E38C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16A2A2B-60C1-D84C-A33A-F930A155E327}" type="pres">
      <dgm:prSet presAssocID="{78D9D9F3-FE2E-49E7-B4DE-E15A5AAD0244}" presName="spacer" presStyleCnt="0"/>
      <dgm:spPr/>
    </dgm:pt>
    <dgm:pt modelId="{5960E4F7-3CF6-454F-92FF-7F73B7C82E4B}" type="pres">
      <dgm:prSet presAssocID="{39EAE69C-1C7D-41B6-8B30-F6A6E267B03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7C6F400-FBD1-41F2-96C0-EFEAF1CD0862}" srcId="{11D2A754-8C36-4997-8D01-5BEB1BB041FC}" destId="{B4F10B4D-0B75-460D-A345-545C689E38CF}" srcOrd="1" destOrd="0" parTransId="{12A6A5FE-A8ED-4606-8051-D42DB69015F9}" sibTransId="{78D9D9F3-FE2E-49E7-B4DE-E15A5AAD0244}"/>
    <dgm:cxn modelId="{CB43B801-5E80-4E63-8403-ADE03B26D00F}" srcId="{11D2A754-8C36-4997-8D01-5BEB1BB041FC}" destId="{39EAE69C-1C7D-41B6-8B30-F6A6E267B03A}" srcOrd="2" destOrd="0" parTransId="{23C62EB6-7DD1-4612-B3F9-B1843B8FC483}" sibTransId="{087642CB-58CA-4C85-AE3E-FAA6356CAFAF}"/>
    <dgm:cxn modelId="{7432A322-A527-C34D-B0A2-2FB5D70BD3A7}" type="presOf" srcId="{39EAE69C-1C7D-41B6-8B30-F6A6E267B03A}" destId="{5960E4F7-3CF6-454F-92FF-7F73B7C82E4B}" srcOrd="0" destOrd="0" presId="urn:microsoft.com/office/officeart/2005/8/layout/vList2"/>
    <dgm:cxn modelId="{C5D6AD23-D6DC-7E45-AA0C-C92D57217DD5}" type="presOf" srcId="{EF2AA840-5F68-43F7-91F1-ABBC9F003474}" destId="{25A620F5-051B-674B-ACCD-A022620026D5}" srcOrd="0" destOrd="0" presId="urn:microsoft.com/office/officeart/2005/8/layout/vList2"/>
    <dgm:cxn modelId="{B8AF9241-6FC9-C34E-ABFF-3A2D0D2B0D7F}" type="presOf" srcId="{11D2A754-8C36-4997-8D01-5BEB1BB041FC}" destId="{D132E813-78AA-F741-9D4B-0987C7CC53CE}" srcOrd="0" destOrd="0" presId="urn:microsoft.com/office/officeart/2005/8/layout/vList2"/>
    <dgm:cxn modelId="{7717575A-47D9-F048-8335-76A9710C4254}" type="presOf" srcId="{B4F10B4D-0B75-460D-A345-545C689E38CF}" destId="{A984F932-B866-6542-AAC9-ED20414C14DB}" srcOrd="0" destOrd="0" presId="urn:microsoft.com/office/officeart/2005/8/layout/vList2"/>
    <dgm:cxn modelId="{70010ABC-301A-4CE6-A6CD-1EBE69705F73}" srcId="{11D2A754-8C36-4997-8D01-5BEB1BB041FC}" destId="{EF2AA840-5F68-43F7-91F1-ABBC9F003474}" srcOrd="0" destOrd="0" parTransId="{D3B6BC6D-7B1A-4797-8FA3-A55B835A1ABB}" sibTransId="{573F7A42-4D6A-4DC2-96FC-A223A22137A0}"/>
    <dgm:cxn modelId="{277BE1DD-EF2B-EC44-9253-4FFEA9C5B7F6}" type="presParOf" srcId="{D132E813-78AA-F741-9D4B-0987C7CC53CE}" destId="{25A620F5-051B-674B-ACCD-A022620026D5}" srcOrd="0" destOrd="0" presId="urn:microsoft.com/office/officeart/2005/8/layout/vList2"/>
    <dgm:cxn modelId="{6F8719E5-6689-8D40-A182-8B733DF29481}" type="presParOf" srcId="{D132E813-78AA-F741-9D4B-0987C7CC53CE}" destId="{F07447D9-F9FB-6741-8970-2A21FC8D26E9}" srcOrd="1" destOrd="0" presId="urn:microsoft.com/office/officeart/2005/8/layout/vList2"/>
    <dgm:cxn modelId="{F338D375-D931-214D-A116-F605249B4E3C}" type="presParOf" srcId="{D132E813-78AA-F741-9D4B-0987C7CC53CE}" destId="{A984F932-B866-6542-AAC9-ED20414C14DB}" srcOrd="2" destOrd="0" presId="urn:microsoft.com/office/officeart/2005/8/layout/vList2"/>
    <dgm:cxn modelId="{7E3296E1-6A47-7F49-81DD-B07497D5771C}" type="presParOf" srcId="{D132E813-78AA-F741-9D4B-0987C7CC53CE}" destId="{A16A2A2B-60C1-D84C-A33A-F930A155E327}" srcOrd="3" destOrd="0" presId="urn:microsoft.com/office/officeart/2005/8/layout/vList2"/>
    <dgm:cxn modelId="{5266D16B-C355-D844-9502-12C8B2A35295}" type="presParOf" srcId="{D132E813-78AA-F741-9D4B-0987C7CC53CE}" destId="{5960E4F7-3CF6-454F-92FF-7F73B7C82E4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4A52B89-973E-C54A-8109-1B39E16C0F6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79DBF4B-FD6A-7042-AB59-846D02C147A1}">
      <dgm:prSet/>
      <dgm:spPr/>
      <dgm:t>
        <a:bodyPr/>
        <a:lstStyle/>
        <a:p>
          <a:r>
            <a:rPr lang="en-US" dirty="0"/>
            <a:t>The best approach is likely to assess each app the company is building and determine the level of security wanted.</a:t>
          </a:r>
        </a:p>
      </dgm:t>
    </dgm:pt>
    <dgm:pt modelId="{FC513BE3-EB0A-FF4A-961D-314003689058}" type="parTrans" cxnId="{295B3997-31FC-9C47-BB8A-F200238D30A0}">
      <dgm:prSet/>
      <dgm:spPr/>
      <dgm:t>
        <a:bodyPr/>
        <a:lstStyle/>
        <a:p>
          <a:endParaRPr lang="en-US"/>
        </a:p>
      </dgm:t>
    </dgm:pt>
    <dgm:pt modelId="{4B17A9E3-31C4-D947-AD1F-CA8DA9088F82}" type="sibTrans" cxnId="{295B3997-31FC-9C47-BB8A-F200238D30A0}">
      <dgm:prSet/>
      <dgm:spPr/>
      <dgm:t>
        <a:bodyPr/>
        <a:lstStyle/>
        <a:p>
          <a:endParaRPr lang="en-US"/>
        </a:p>
      </dgm:t>
    </dgm:pt>
    <dgm:pt modelId="{2B92591D-030E-9B40-9FF3-3AB371467DE8}" type="pres">
      <dgm:prSet presAssocID="{F4A52B89-973E-C54A-8109-1B39E16C0F6A}" presName="linear" presStyleCnt="0">
        <dgm:presLayoutVars>
          <dgm:animLvl val="lvl"/>
          <dgm:resizeHandles val="exact"/>
        </dgm:presLayoutVars>
      </dgm:prSet>
      <dgm:spPr/>
    </dgm:pt>
    <dgm:pt modelId="{1657E421-741C-C044-A57D-6A38598E5C06}" type="pres">
      <dgm:prSet presAssocID="{079DBF4B-FD6A-7042-AB59-846D02C147A1}" presName="parentText" presStyleLbl="node1" presStyleIdx="0" presStyleCnt="1" custLinFactNeighborY="-77194">
        <dgm:presLayoutVars>
          <dgm:chMax val="0"/>
          <dgm:bulletEnabled val="1"/>
        </dgm:presLayoutVars>
      </dgm:prSet>
      <dgm:spPr/>
    </dgm:pt>
  </dgm:ptLst>
  <dgm:cxnLst>
    <dgm:cxn modelId="{E434F892-8215-2C4C-BEE3-ABF1D7D2D30C}" type="presOf" srcId="{F4A52B89-973E-C54A-8109-1B39E16C0F6A}" destId="{2B92591D-030E-9B40-9FF3-3AB371467DE8}" srcOrd="0" destOrd="0" presId="urn:microsoft.com/office/officeart/2005/8/layout/vList2"/>
    <dgm:cxn modelId="{295B3997-31FC-9C47-BB8A-F200238D30A0}" srcId="{F4A52B89-973E-C54A-8109-1B39E16C0F6A}" destId="{079DBF4B-FD6A-7042-AB59-846D02C147A1}" srcOrd="0" destOrd="0" parTransId="{FC513BE3-EB0A-FF4A-961D-314003689058}" sibTransId="{4B17A9E3-31C4-D947-AD1F-CA8DA9088F82}"/>
    <dgm:cxn modelId="{AFC0C4E9-13BD-7848-8DDB-97368289FB0A}" type="presOf" srcId="{079DBF4B-FD6A-7042-AB59-846D02C147A1}" destId="{1657E421-741C-C044-A57D-6A38598E5C06}" srcOrd="0" destOrd="0" presId="urn:microsoft.com/office/officeart/2005/8/layout/vList2"/>
    <dgm:cxn modelId="{6A805B80-949A-2C41-9BC2-04A7E8F6CEB3}" type="presParOf" srcId="{2B92591D-030E-9B40-9FF3-3AB371467DE8}" destId="{1657E421-741C-C044-A57D-6A38598E5C0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7E8F43BE-6D50-2041-BB56-778E5A4A7EC8}" type="doc">
      <dgm:prSet loTypeId="urn:microsoft.com/office/officeart/2009/3/layout/PieProcess" loCatId="list" qsTypeId="urn:microsoft.com/office/officeart/2005/8/quickstyle/3d3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DD6EF45-C69F-CE45-8079-6171F7AA2EDC}">
      <dgm:prSet/>
      <dgm:spPr/>
      <dgm:t>
        <a:bodyPr/>
        <a:lstStyle/>
        <a:p>
          <a:r>
            <a:rPr lang="en-US"/>
            <a:t>SSO: </a:t>
          </a:r>
        </a:p>
      </dgm:t>
    </dgm:pt>
    <dgm:pt modelId="{400B10E6-AF73-A947-91B0-A1B07A190501}" type="parTrans" cxnId="{8D1467C8-0744-7947-99FE-4674AE35B8EA}">
      <dgm:prSet/>
      <dgm:spPr/>
      <dgm:t>
        <a:bodyPr/>
        <a:lstStyle/>
        <a:p>
          <a:endParaRPr lang="en-US"/>
        </a:p>
      </dgm:t>
    </dgm:pt>
    <dgm:pt modelId="{924ADC93-48AD-0140-AB71-06BFCDA81901}" type="sibTrans" cxnId="{8D1467C8-0744-7947-99FE-4674AE35B8EA}">
      <dgm:prSet/>
      <dgm:spPr/>
      <dgm:t>
        <a:bodyPr/>
        <a:lstStyle/>
        <a:p>
          <a:endParaRPr lang="en-US"/>
        </a:p>
      </dgm:t>
    </dgm:pt>
    <dgm:pt modelId="{D8FB3814-4266-D14E-AF61-02086E1F8EC4}">
      <dgm:prSet/>
      <dgm:spPr/>
      <dgm:t>
        <a:bodyPr/>
        <a:lstStyle/>
        <a:p>
          <a:r>
            <a:rPr lang="en-US"/>
            <a:t>Best for internal enterprise apps with multiple logins</a:t>
          </a:r>
        </a:p>
      </dgm:t>
    </dgm:pt>
    <dgm:pt modelId="{C61CFCC1-0480-E840-992A-F61EB7FB34FB}" type="parTrans" cxnId="{B1521EDD-143E-FA4F-8059-2AAF382C40B8}">
      <dgm:prSet/>
      <dgm:spPr/>
      <dgm:t>
        <a:bodyPr/>
        <a:lstStyle/>
        <a:p>
          <a:endParaRPr lang="en-US"/>
        </a:p>
      </dgm:t>
    </dgm:pt>
    <dgm:pt modelId="{9657D4A0-13AE-1845-A4EE-6AF29AC8E2E3}" type="sibTrans" cxnId="{B1521EDD-143E-FA4F-8059-2AAF382C40B8}">
      <dgm:prSet/>
      <dgm:spPr/>
      <dgm:t>
        <a:bodyPr/>
        <a:lstStyle/>
        <a:p>
          <a:endParaRPr lang="en-US"/>
        </a:p>
      </dgm:t>
    </dgm:pt>
    <dgm:pt modelId="{E4E8DB38-C67A-E344-82D3-5EF4D4FB0617}">
      <dgm:prSet/>
      <dgm:spPr/>
      <dgm:t>
        <a:bodyPr/>
        <a:lstStyle/>
        <a:p>
          <a:r>
            <a:rPr lang="en-US"/>
            <a:t>Best used for internal systems like HR platforms and Internal applications.</a:t>
          </a:r>
        </a:p>
      </dgm:t>
    </dgm:pt>
    <dgm:pt modelId="{59948B89-CF76-C344-8AA5-D383714CEE34}" type="parTrans" cxnId="{50F1569F-4F6E-C34E-8E1E-A2F7D45CDB1E}">
      <dgm:prSet/>
      <dgm:spPr/>
      <dgm:t>
        <a:bodyPr/>
        <a:lstStyle/>
        <a:p>
          <a:endParaRPr lang="en-US"/>
        </a:p>
      </dgm:t>
    </dgm:pt>
    <dgm:pt modelId="{C8FAAE05-1D92-7D47-89B9-3B1210B0F05B}" type="sibTrans" cxnId="{50F1569F-4F6E-C34E-8E1E-A2F7D45CDB1E}">
      <dgm:prSet/>
      <dgm:spPr/>
      <dgm:t>
        <a:bodyPr/>
        <a:lstStyle/>
        <a:p>
          <a:endParaRPr lang="en-US"/>
        </a:p>
      </dgm:t>
    </dgm:pt>
    <dgm:pt modelId="{4323D5E9-2187-0841-8F9D-1F13B595CE47}">
      <dgm:prSet/>
      <dgm:spPr/>
      <dgm:t>
        <a:bodyPr/>
        <a:lstStyle/>
        <a:p>
          <a:r>
            <a:rPr lang="en-US"/>
            <a:t>Allows you to use one login across multiple systems</a:t>
          </a:r>
        </a:p>
      </dgm:t>
    </dgm:pt>
    <dgm:pt modelId="{E2A3BCF8-1C0E-6544-A44F-89401B9044B2}" type="parTrans" cxnId="{3DD92D4E-1EC5-AB4B-9A12-A81D890F2F91}">
      <dgm:prSet/>
      <dgm:spPr/>
      <dgm:t>
        <a:bodyPr/>
        <a:lstStyle/>
        <a:p>
          <a:endParaRPr lang="en-US"/>
        </a:p>
      </dgm:t>
    </dgm:pt>
    <dgm:pt modelId="{EDA960FB-1686-3C49-B189-B791AC181659}" type="sibTrans" cxnId="{3DD92D4E-1EC5-AB4B-9A12-A81D890F2F91}">
      <dgm:prSet/>
      <dgm:spPr/>
      <dgm:t>
        <a:bodyPr/>
        <a:lstStyle/>
        <a:p>
          <a:endParaRPr lang="en-US"/>
        </a:p>
      </dgm:t>
    </dgm:pt>
    <dgm:pt modelId="{DE110531-BF29-4841-843F-E3B69A5A62C6}">
      <dgm:prSet/>
      <dgm:spPr/>
      <dgm:t>
        <a:bodyPr/>
        <a:lstStyle/>
        <a:p>
          <a:r>
            <a:rPr lang="en-US"/>
            <a:t>OAuth: </a:t>
          </a:r>
        </a:p>
      </dgm:t>
    </dgm:pt>
    <dgm:pt modelId="{7D25ADCB-7293-A849-B60C-A2820110FA7E}" type="parTrans" cxnId="{FF269755-54F4-944F-893F-D69B39063E50}">
      <dgm:prSet/>
      <dgm:spPr/>
      <dgm:t>
        <a:bodyPr/>
        <a:lstStyle/>
        <a:p>
          <a:endParaRPr lang="en-US"/>
        </a:p>
      </dgm:t>
    </dgm:pt>
    <dgm:pt modelId="{A52BFC49-C898-BF4F-8809-643BD6767749}" type="sibTrans" cxnId="{FF269755-54F4-944F-893F-D69B39063E50}">
      <dgm:prSet/>
      <dgm:spPr/>
      <dgm:t>
        <a:bodyPr/>
        <a:lstStyle/>
        <a:p>
          <a:endParaRPr lang="en-US"/>
        </a:p>
      </dgm:t>
    </dgm:pt>
    <dgm:pt modelId="{455E599D-6830-3E4D-89A8-A3DC8FFC4E78}">
      <dgm:prSet/>
      <dgm:spPr/>
      <dgm:t>
        <a:bodyPr/>
        <a:lstStyle/>
        <a:p>
          <a:r>
            <a:rPr lang="en-US" dirty="0"/>
            <a:t>Best for granting apps API access without sharing passwords</a:t>
          </a:r>
        </a:p>
      </dgm:t>
    </dgm:pt>
    <dgm:pt modelId="{D56EC2DC-F7CC-C844-A7FB-FC9973D43FCA}" type="parTrans" cxnId="{FE646BAA-FC26-724F-A939-A63A5D99F7B8}">
      <dgm:prSet/>
      <dgm:spPr/>
      <dgm:t>
        <a:bodyPr/>
        <a:lstStyle/>
        <a:p>
          <a:endParaRPr lang="en-US"/>
        </a:p>
      </dgm:t>
    </dgm:pt>
    <dgm:pt modelId="{DB1B4C2E-236E-974B-B5ED-FA58DC9F9645}" type="sibTrans" cxnId="{FE646BAA-FC26-724F-A939-A63A5D99F7B8}">
      <dgm:prSet/>
      <dgm:spPr/>
      <dgm:t>
        <a:bodyPr/>
        <a:lstStyle/>
        <a:p>
          <a:endParaRPr lang="en-US"/>
        </a:p>
      </dgm:t>
    </dgm:pt>
    <dgm:pt modelId="{91C30A18-96F7-9F49-8964-005EEC7AD944}">
      <dgm:prSet/>
      <dgm:spPr/>
      <dgm:t>
        <a:bodyPr/>
        <a:lstStyle/>
        <a:p>
          <a:r>
            <a:rPr lang="en-US" dirty="0"/>
            <a:t>Used when applications need to access data or services on the behalf of a user</a:t>
          </a:r>
        </a:p>
      </dgm:t>
    </dgm:pt>
    <dgm:pt modelId="{6C77E4D3-5841-7D43-A3E3-CFBD9EB114CC}" type="parTrans" cxnId="{B3F1D71A-2605-5445-A41A-D603FBD25C93}">
      <dgm:prSet/>
      <dgm:spPr/>
      <dgm:t>
        <a:bodyPr/>
        <a:lstStyle/>
        <a:p>
          <a:endParaRPr lang="en-US"/>
        </a:p>
      </dgm:t>
    </dgm:pt>
    <dgm:pt modelId="{8256848C-5C04-D446-B12E-633560B3D72A}" type="sibTrans" cxnId="{B3F1D71A-2605-5445-A41A-D603FBD25C93}">
      <dgm:prSet/>
      <dgm:spPr/>
      <dgm:t>
        <a:bodyPr/>
        <a:lstStyle/>
        <a:p>
          <a:endParaRPr lang="en-US"/>
        </a:p>
      </dgm:t>
    </dgm:pt>
    <dgm:pt modelId="{113EBE6E-0D11-164B-B97C-EF93E0726C19}">
      <dgm:prSet/>
      <dgm:spPr/>
      <dgm:t>
        <a:bodyPr/>
        <a:lstStyle/>
        <a:p>
          <a:r>
            <a:rPr lang="en-US"/>
            <a:t>Ideal for generating reports or integrations where the user should not have </a:t>
          </a:r>
          <a:r>
            <a:rPr lang="en-US" b="1" i="1"/>
            <a:t>direct</a:t>
          </a:r>
          <a:r>
            <a:rPr lang="en-US" b="1"/>
            <a:t> </a:t>
          </a:r>
          <a:r>
            <a:rPr lang="en-US"/>
            <a:t>database access.</a:t>
          </a:r>
        </a:p>
      </dgm:t>
    </dgm:pt>
    <dgm:pt modelId="{2110A767-E207-F24B-B7AF-062BD1B6C66A}" type="parTrans" cxnId="{BAF4F547-64EF-7043-A0E1-BA68DEF7B6AA}">
      <dgm:prSet/>
      <dgm:spPr/>
      <dgm:t>
        <a:bodyPr/>
        <a:lstStyle/>
        <a:p>
          <a:endParaRPr lang="en-US"/>
        </a:p>
      </dgm:t>
    </dgm:pt>
    <dgm:pt modelId="{29F5AB95-74FB-CD46-B867-D3EF49FCA625}" type="sibTrans" cxnId="{BAF4F547-64EF-7043-A0E1-BA68DEF7B6AA}">
      <dgm:prSet/>
      <dgm:spPr/>
      <dgm:t>
        <a:bodyPr/>
        <a:lstStyle/>
        <a:p>
          <a:endParaRPr lang="en-US"/>
        </a:p>
      </dgm:t>
    </dgm:pt>
    <dgm:pt modelId="{FB21243D-2F24-2B4F-AA43-FA8EBDFF5A7A}">
      <dgm:prSet/>
      <dgm:spPr/>
      <dgm:t>
        <a:bodyPr/>
        <a:lstStyle/>
        <a:p>
          <a:r>
            <a:rPr lang="en-US"/>
            <a:t>OIDC: </a:t>
          </a:r>
        </a:p>
      </dgm:t>
    </dgm:pt>
    <dgm:pt modelId="{38326BDD-AAF0-C243-BDC2-241BE8726F65}" type="parTrans" cxnId="{336175BE-103E-0F4D-BFF2-2A1F264EBFA6}">
      <dgm:prSet/>
      <dgm:spPr/>
      <dgm:t>
        <a:bodyPr/>
        <a:lstStyle/>
        <a:p>
          <a:endParaRPr lang="en-US"/>
        </a:p>
      </dgm:t>
    </dgm:pt>
    <dgm:pt modelId="{6777533F-A1E5-4244-BD30-19FEB7685CF2}" type="sibTrans" cxnId="{336175BE-103E-0F4D-BFF2-2A1F264EBFA6}">
      <dgm:prSet/>
      <dgm:spPr/>
      <dgm:t>
        <a:bodyPr/>
        <a:lstStyle/>
        <a:p>
          <a:endParaRPr lang="en-US"/>
        </a:p>
      </dgm:t>
    </dgm:pt>
    <dgm:pt modelId="{4CBE622A-2469-A447-AF21-31D71503DD6E}">
      <dgm:prSet/>
      <dgm:spPr/>
      <dgm:t>
        <a:bodyPr/>
        <a:lstStyle/>
        <a:p>
          <a:r>
            <a:rPr lang="en-US"/>
            <a:t>Best for secure authentication with identity verification</a:t>
          </a:r>
        </a:p>
      </dgm:t>
    </dgm:pt>
    <dgm:pt modelId="{6D6B02DA-AB09-5E4A-A59A-1DCE563ED751}" type="parTrans" cxnId="{EC84F2C4-D52C-1846-9A87-DC033BE01BC7}">
      <dgm:prSet/>
      <dgm:spPr/>
      <dgm:t>
        <a:bodyPr/>
        <a:lstStyle/>
        <a:p>
          <a:endParaRPr lang="en-US"/>
        </a:p>
      </dgm:t>
    </dgm:pt>
    <dgm:pt modelId="{3EBA5936-4DE1-CE4F-92A2-E45BA1E18E65}" type="sibTrans" cxnId="{EC84F2C4-D52C-1846-9A87-DC033BE01BC7}">
      <dgm:prSet/>
      <dgm:spPr/>
      <dgm:t>
        <a:bodyPr/>
        <a:lstStyle/>
        <a:p>
          <a:endParaRPr lang="en-US"/>
        </a:p>
      </dgm:t>
    </dgm:pt>
    <dgm:pt modelId="{5B174349-4B5A-F04C-8D67-EAF0A163C9A8}">
      <dgm:prSet/>
      <dgm:spPr/>
      <dgm:t>
        <a:bodyPr/>
        <a:lstStyle/>
        <a:p>
          <a:r>
            <a:rPr lang="en-US"/>
            <a:t>Ensures the user is who they claim to be</a:t>
          </a:r>
        </a:p>
      </dgm:t>
    </dgm:pt>
    <dgm:pt modelId="{AA01ECF8-9F96-384A-A846-17D712C6046A}" type="parTrans" cxnId="{1CBB4899-172D-3943-BBAB-CCC0C94D3B34}">
      <dgm:prSet/>
      <dgm:spPr/>
      <dgm:t>
        <a:bodyPr/>
        <a:lstStyle/>
        <a:p>
          <a:endParaRPr lang="en-US"/>
        </a:p>
      </dgm:t>
    </dgm:pt>
    <dgm:pt modelId="{A1766B15-F63B-424F-9FA3-07578AEA5AAA}" type="sibTrans" cxnId="{1CBB4899-172D-3943-BBAB-CCC0C94D3B34}">
      <dgm:prSet/>
      <dgm:spPr/>
      <dgm:t>
        <a:bodyPr/>
        <a:lstStyle/>
        <a:p>
          <a:endParaRPr lang="en-US"/>
        </a:p>
      </dgm:t>
    </dgm:pt>
    <dgm:pt modelId="{17ADAEED-5338-0C46-99DD-35B144CC7A59}">
      <dgm:prSet/>
      <dgm:spPr/>
      <dgm:t>
        <a:bodyPr/>
        <a:lstStyle/>
        <a:p>
          <a:r>
            <a:rPr lang="en-US"/>
            <a:t>When the applications require secure login and a </a:t>
          </a:r>
          <a:r>
            <a:rPr lang="en-US" b="1"/>
            <a:t>verified</a:t>
          </a:r>
          <a:r>
            <a:rPr lang="en-US" i="1"/>
            <a:t> </a:t>
          </a:r>
          <a:r>
            <a:rPr lang="en-US"/>
            <a:t>user identity.  </a:t>
          </a:r>
        </a:p>
      </dgm:t>
    </dgm:pt>
    <dgm:pt modelId="{03CA8784-BF79-7448-90DE-70BB0A72AE16}" type="parTrans" cxnId="{A5FD98CF-F055-F24C-A399-B9C8F55AD813}">
      <dgm:prSet/>
      <dgm:spPr/>
      <dgm:t>
        <a:bodyPr/>
        <a:lstStyle/>
        <a:p>
          <a:endParaRPr lang="en-US"/>
        </a:p>
      </dgm:t>
    </dgm:pt>
    <dgm:pt modelId="{0D99DB75-815C-EA47-9B68-CA15048C359E}" type="sibTrans" cxnId="{A5FD98CF-F055-F24C-A399-B9C8F55AD813}">
      <dgm:prSet/>
      <dgm:spPr/>
      <dgm:t>
        <a:bodyPr/>
        <a:lstStyle/>
        <a:p>
          <a:endParaRPr lang="en-US"/>
        </a:p>
      </dgm:t>
    </dgm:pt>
    <dgm:pt modelId="{FE855045-AFBE-5C4D-9227-EABCEAB73716}" type="pres">
      <dgm:prSet presAssocID="{7E8F43BE-6D50-2041-BB56-778E5A4A7EC8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85343CDD-45FF-4E44-ABFB-DD6AE554590B}" type="pres">
      <dgm:prSet presAssocID="{EDD6EF45-C69F-CE45-8079-6171F7AA2EDC}" presName="ParentComposite" presStyleCnt="0"/>
      <dgm:spPr/>
    </dgm:pt>
    <dgm:pt modelId="{811E9AB6-D543-2040-A640-6A731F5EEE28}" type="pres">
      <dgm:prSet presAssocID="{EDD6EF45-C69F-CE45-8079-6171F7AA2EDC}" presName="Chord" presStyleLbl="bgShp" presStyleIdx="0" presStyleCnt="3"/>
      <dgm:spPr/>
    </dgm:pt>
    <dgm:pt modelId="{5CC3C8BF-4835-BD49-8AA9-96B1B2097706}" type="pres">
      <dgm:prSet presAssocID="{EDD6EF45-C69F-CE45-8079-6171F7AA2EDC}" presName="Pie" presStyleLbl="alignNode1" presStyleIdx="0" presStyleCnt="3"/>
      <dgm:spPr/>
    </dgm:pt>
    <dgm:pt modelId="{4515315E-319E-3E49-8B30-8E0F17D1A136}" type="pres">
      <dgm:prSet presAssocID="{EDD6EF45-C69F-CE45-8079-6171F7AA2EDC}" presName="Parent" presStyleLbl="revTx" presStyleIdx="0" presStyleCnt="6">
        <dgm:presLayoutVars>
          <dgm:chMax val="1"/>
          <dgm:chPref val="1"/>
          <dgm:bulletEnabled val="1"/>
        </dgm:presLayoutVars>
      </dgm:prSet>
      <dgm:spPr/>
    </dgm:pt>
    <dgm:pt modelId="{A2116741-9E95-5B49-B97E-6E00BBB3D432}" type="pres">
      <dgm:prSet presAssocID="{9657D4A0-13AE-1845-A4EE-6AF29AC8E2E3}" presName="negSibTrans" presStyleCnt="0"/>
      <dgm:spPr/>
    </dgm:pt>
    <dgm:pt modelId="{1DA4DB05-B75B-904F-8265-D55ABAB8E504}" type="pres">
      <dgm:prSet presAssocID="{EDD6EF45-C69F-CE45-8079-6171F7AA2EDC}" presName="composite" presStyleCnt="0"/>
      <dgm:spPr/>
    </dgm:pt>
    <dgm:pt modelId="{2860C759-2502-AB44-9C3E-C129495CA484}" type="pres">
      <dgm:prSet presAssocID="{EDD6EF45-C69F-CE45-8079-6171F7AA2EDC}" presName="Child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D7E2D8DD-1A53-9847-AA59-D28BCF390198}" type="pres">
      <dgm:prSet presAssocID="{924ADC93-48AD-0140-AB71-06BFCDA81901}" presName="sibTrans" presStyleCnt="0"/>
      <dgm:spPr/>
    </dgm:pt>
    <dgm:pt modelId="{6CCF2D14-1A1C-8F42-AFEA-E933478FAD05}" type="pres">
      <dgm:prSet presAssocID="{DE110531-BF29-4841-843F-E3B69A5A62C6}" presName="ParentComposite" presStyleCnt="0"/>
      <dgm:spPr/>
    </dgm:pt>
    <dgm:pt modelId="{DAA2459E-9CD1-F148-9ACF-30C1A171AC1C}" type="pres">
      <dgm:prSet presAssocID="{DE110531-BF29-4841-843F-E3B69A5A62C6}" presName="Chord" presStyleLbl="bgShp" presStyleIdx="1" presStyleCnt="3"/>
      <dgm:spPr/>
    </dgm:pt>
    <dgm:pt modelId="{08D6E8F8-FFC8-8641-9346-7023DE73A881}" type="pres">
      <dgm:prSet presAssocID="{DE110531-BF29-4841-843F-E3B69A5A62C6}" presName="Pie" presStyleLbl="alignNode1" presStyleIdx="1" presStyleCnt="3"/>
      <dgm:spPr/>
    </dgm:pt>
    <dgm:pt modelId="{6A740B17-4CB1-254D-B0E6-DA9AD999689F}" type="pres">
      <dgm:prSet presAssocID="{DE110531-BF29-4841-843F-E3B69A5A62C6}" presName="Parent" presStyleLbl="revTx" presStyleIdx="2" presStyleCnt="6">
        <dgm:presLayoutVars>
          <dgm:chMax val="1"/>
          <dgm:chPref val="1"/>
          <dgm:bulletEnabled val="1"/>
        </dgm:presLayoutVars>
      </dgm:prSet>
      <dgm:spPr/>
    </dgm:pt>
    <dgm:pt modelId="{ADB9DBAB-D822-8547-9237-8C774FA4BFBC}" type="pres">
      <dgm:prSet presAssocID="{DB1B4C2E-236E-974B-B5ED-FA58DC9F9645}" presName="negSibTrans" presStyleCnt="0"/>
      <dgm:spPr/>
    </dgm:pt>
    <dgm:pt modelId="{41547837-72C7-7043-9579-BD5B912D11D3}" type="pres">
      <dgm:prSet presAssocID="{DE110531-BF29-4841-843F-E3B69A5A62C6}" presName="composite" presStyleCnt="0"/>
      <dgm:spPr/>
    </dgm:pt>
    <dgm:pt modelId="{48B9640E-D0EA-A540-85A4-73CEF2737336}" type="pres">
      <dgm:prSet presAssocID="{DE110531-BF29-4841-843F-E3B69A5A62C6}" presName="Child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E122D2A2-78EC-6B48-B375-C8BDFB8123B0}" type="pres">
      <dgm:prSet presAssocID="{A52BFC49-C898-BF4F-8809-643BD6767749}" presName="sibTrans" presStyleCnt="0"/>
      <dgm:spPr/>
    </dgm:pt>
    <dgm:pt modelId="{156E410D-34AA-9045-BDE1-CCF636629C43}" type="pres">
      <dgm:prSet presAssocID="{FB21243D-2F24-2B4F-AA43-FA8EBDFF5A7A}" presName="ParentComposite" presStyleCnt="0"/>
      <dgm:spPr/>
    </dgm:pt>
    <dgm:pt modelId="{EDF0BC4F-A697-7744-BA93-E3580814A06F}" type="pres">
      <dgm:prSet presAssocID="{FB21243D-2F24-2B4F-AA43-FA8EBDFF5A7A}" presName="Chord" presStyleLbl="bgShp" presStyleIdx="2" presStyleCnt="3"/>
      <dgm:spPr/>
    </dgm:pt>
    <dgm:pt modelId="{B9379FDE-43B5-BB47-9004-75BFF32964BA}" type="pres">
      <dgm:prSet presAssocID="{FB21243D-2F24-2B4F-AA43-FA8EBDFF5A7A}" presName="Pie" presStyleLbl="alignNode1" presStyleIdx="2" presStyleCnt="3"/>
      <dgm:spPr/>
    </dgm:pt>
    <dgm:pt modelId="{44C4450E-4857-6247-929A-94C360A3F2D9}" type="pres">
      <dgm:prSet presAssocID="{FB21243D-2F24-2B4F-AA43-FA8EBDFF5A7A}" presName="Parent" presStyleLbl="revTx" presStyleIdx="4" presStyleCnt="6">
        <dgm:presLayoutVars>
          <dgm:chMax val="1"/>
          <dgm:chPref val="1"/>
          <dgm:bulletEnabled val="1"/>
        </dgm:presLayoutVars>
      </dgm:prSet>
      <dgm:spPr/>
    </dgm:pt>
    <dgm:pt modelId="{6AD688CE-C934-C641-86C3-54B0E57B1E27}" type="pres">
      <dgm:prSet presAssocID="{3EBA5936-4DE1-CE4F-92A2-E45BA1E18E65}" presName="negSibTrans" presStyleCnt="0"/>
      <dgm:spPr/>
    </dgm:pt>
    <dgm:pt modelId="{DD54B0D8-2245-AA4F-AB1C-18417AEFFDA4}" type="pres">
      <dgm:prSet presAssocID="{FB21243D-2F24-2B4F-AA43-FA8EBDFF5A7A}" presName="composite" presStyleCnt="0"/>
      <dgm:spPr/>
    </dgm:pt>
    <dgm:pt modelId="{8686931B-1888-3440-9D71-EC4F165761F4}" type="pres">
      <dgm:prSet presAssocID="{FB21243D-2F24-2B4F-AA43-FA8EBDFF5A7A}" presName="Child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B3F1D71A-2605-5445-A41A-D603FBD25C93}" srcId="{455E599D-6830-3E4D-89A8-A3DC8FFC4E78}" destId="{91C30A18-96F7-9F49-8964-005EEC7AD944}" srcOrd="0" destOrd="0" parTransId="{6C77E4D3-5841-7D43-A3E3-CFBD9EB114CC}" sibTransId="{8256848C-5C04-D446-B12E-633560B3D72A}"/>
    <dgm:cxn modelId="{097FFE3E-459F-BC47-81F5-BF74A7ED43C6}" type="presOf" srcId="{7E8F43BE-6D50-2041-BB56-778E5A4A7EC8}" destId="{FE855045-AFBE-5C4D-9227-EABCEAB73716}" srcOrd="0" destOrd="0" presId="urn:microsoft.com/office/officeart/2009/3/layout/PieProcess"/>
    <dgm:cxn modelId="{BAF4F547-64EF-7043-A0E1-BA68DEF7B6AA}" srcId="{455E599D-6830-3E4D-89A8-A3DC8FFC4E78}" destId="{113EBE6E-0D11-164B-B97C-EF93E0726C19}" srcOrd="1" destOrd="0" parTransId="{2110A767-E207-F24B-B7AF-062BD1B6C66A}" sibTransId="{29F5AB95-74FB-CD46-B867-D3EF49FCA625}"/>
    <dgm:cxn modelId="{6E847C4C-C293-344F-893B-401C442DDC95}" type="presOf" srcId="{E4E8DB38-C67A-E344-82D3-5EF4D4FB0617}" destId="{2860C759-2502-AB44-9C3E-C129495CA484}" srcOrd="0" destOrd="1" presId="urn:microsoft.com/office/officeart/2009/3/layout/PieProcess"/>
    <dgm:cxn modelId="{3DD92D4E-1EC5-AB4B-9A12-A81D890F2F91}" srcId="{D8FB3814-4266-D14E-AF61-02086E1F8EC4}" destId="{4323D5E9-2187-0841-8F9D-1F13B595CE47}" srcOrd="1" destOrd="0" parTransId="{E2A3BCF8-1C0E-6544-A44F-89401B9044B2}" sibTransId="{EDA960FB-1686-3C49-B189-B791AC181659}"/>
    <dgm:cxn modelId="{21BF4253-1753-254A-BB51-3E06D9BF2AD9}" type="presOf" srcId="{DE110531-BF29-4841-843F-E3B69A5A62C6}" destId="{6A740B17-4CB1-254D-B0E6-DA9AD999689F}" srcOrd="0" destOrd="0" presId="urn:microsoft.com/office/officeart/2009/3/layout/PieProcess"/>
    <dgm:cxn modelId="{FF269755-54F4-944F-893F-D69B39063E50}" srcId="{7E8F43BE-6D50-2041-BB56-778E5A4A7EC8}" destId="{DE110531-BF29-4841-843F-E3B69A5A62C6}" srcOrd="1" destOrd="0" parTransId="{7D25ADCB-7293-A849-B60C-A2820110FA7E}" sibTransId="{A52BFC49-C898-BF4F-8809-643BD6767749}"/>
    <dgm:cxn modelId="{8258DB60-D450-5641-81D7-B8BC9268476D}" type="presOf" srcId="{17ADAEED-5338-0C46-99DD-35B144CC7A59}" destId="{8686931B-1888-3440-9D71-EC4F165761F4}" srcOrd="0" destOrd="2" presId="urn:microsoft.com/office/officeart/2009/3/layout/PieProcess"/>
    <dgm:cxn modelId="{254D9D65-E700-E94F-AB36-1D06294EB1A3}" type="presOf" srcId="{5B174349-4B5A-F04C-8D67-EAF0A163C9A8}" destId="{8686931B-1888-3440-9D71-EC4F165761F4}" srcOrd="0" destOrd="1" presId="urn:microsoft.com/office/officeart/2009/3/layout/PieProcess"/>
    <dgm:cxn modelId="{A9E22D68-ABB1-C244-A5DE-5DBF5D260CD5}" type="presOf" srcId="{4CBE622A-2469-A447-AF21-31D71503DD6E}" destId="{8686931B-1888-3440-9D71-EC4F165761F4}" srcOrd="0" destOrd="0" presId="urn:microsoft.com/office/officeart/2009/3/layout/PieProcess"/>
    <dgm:cxn modelId="{A1521D77-F93F-D242-89EB-AE4E41782A18}" type="presOf" srcId="{FB21243D-2F24-2B4F-AA43-FA8EBDFF5A7A}" destId="{44C4450E-4857-6247-929A-94C360A3F2D9}" srcOrd="0" destOrd="0" presId="urn:microsoft.com/office/officeart/2009/3/layout/PieProcess"/>
    <dgm:cxn modelId="{6C3B5381-5F3C-CF41-8F6E-CBC5C42E4561}" type="presOf" srcId="{4323D5E9-2187-0841-8F9D-1F13B595CE47}" destId="{2860C759-2502-AB44-9C3E-C129495CA484}" srcOrd="0" destOrd="2" presId="urn:microsoft.com/office/officeart/2009/3/layout/PieProcess"/>
    <dgm:cxn modelId="{C4FF3386-6093-3944-B2AF-572DAF7579BD}" type="presOf" srcId="{91C30A18-96F7-9F49-8964-005EEC7AD944}" destId="{48B9640E-D0EA-A540-85A4-73CEF2737336}" srcOrd="0" destOrd="1" presId="urn:microsoft.com/office/officeart/2009/3/layout/PieProcess"/>
    <dgm:cxn modelId="{1CBB4899-172D-3943-BBAB-CCC0C94D3B34}" srcId="{4CBE622A-2469-A447-AF21-31D71503DD6E}" destId="{5B174349-4B5A-F04C-8D67-EAF0A163C9A8}" srcOrd="0" destOrd="0" parTransId="{AA01ECF8-9F96-384A-A846-17D712C6046A}" sibTransId="{A1766B15-F63B-424F-9FA3-07578AEA5AAA}"/>
    <dgm:cxn modelId="{13BC259A-20DA-7749-9FB9-06F261A13075}" type="presOf" srcId="{D8FB3814-4266-D14E-AF61-02086E1F8EC4}" destId="{2860C759-2502-AB44-9C3E-C129495CA484}" srcOrd="0" destOrd="0" presId="urn:microsoft.com/office/officeart/2009/3/layout/PieProcess"/>
    <dgm:cxn modelId="{50F1569F-4F6E-C34E-8E1E-A2F7D45CDB1E}" srcId="{D8FB3814-4266-D14E-AF61-02086E1F8EC4}" destId="{E4E8DB38-C67A-E344-82D3-5EF4D4FB0617}" srcOrd="0" destOrd="0" parTransId="{59948B89-CF76-C344-8AA5-D383714CEE34}" sibTransId="{C8FAAE05-1D92-7D47-89B9-3B1210B0F05B}"/>
    <dgm:cxn modelId="{FE646BAA-FC26-724F-A939-A63A5D99F7B8}" srcId="{DE110531-BF29-4841-843F-E3B69A5A62C6}" destId="{455E599D-6830-3E4D-89A8-A3DC8FFC4E78}" srcOrd="0" destOrd="0" parTransId="{D56EC2DC-F7CC-C844-A7FB-FC9973D43FCA}" sibTransId="{DB1B4C2E-236E-974B-B5ED-FA58DC9F9645}"/>
    <dgm:cxn modelId="{39C346B4-268B-1A4F-A025-56956A0386D3}" type="presOf" srcId="{113EBE6E-0D11-164B-B97C-EF93E0726C19}" destId="{48B9640E-D0EA-A540-85A4-73CEF2737336}" srcOrd="0" destOrd="2" presId="urn:microsoft.com/office/officeart/2009/3/layout/PieProcess"/>
    <dgm:cxn modelId="{336175BE-103E-0F4D-BFF2-2A1F264EBFA6}" srcId="{7E8F43BE-6D50-2041-BB56-778E5A4A7EC8}" destId="{FB21243D-2F24-2B4F-AA43-FA8EBDFF5A7A}" srcOrd="2" destOrd="0" parTransId="{38326BDD-AAF0-C243-BDC2-241BE8726F65}" sibTransId="{6777533F-A1E5-4244-BD30-19FEB7685CF2}"/>
    <dgm:cxn modelId="{EC84F2C4-D52C-1846-9A87-DC033BE01BC7}" srcId="{FB21243D-2F24-2B4F-AA43-FA8EBDFF5A7A}" destId="{4CBE622A-2469-A447-AF21-31D71503DD6E}" srcOrd="0" destOrd="0" parTransId="{6D6B02DA-AB09-5E4A-A59A-1DCE563ED751}" sibTransId="{3EBA5936-4DE1-CE4F-92A2-E45BA1E18E65}"/>
    <dgm:cxn modelId="{8D1467C8-0744-7947-99FE-4674AE35B8EA}" srcId="{7E8F43BE-6D50-2041-BB56-778E5A4A7EC8}" destId="{EDD6EF45-C69F-CE45-8079-6171F7AA2EDC}" srcOrd="0" destOrd="0" parTransId="{400B10E6-AF73-A947-91B0-A1B07A190501}" sibTransId="{924ADC93-48AD-0140-AB71-06BFCDA81901}"/>
    <dgm:cxn modelId="{FE3242CA-F3D9-2243-8C3A-BD69E29B1A8A}" type="presOf" srcId="{455E599D-6830-3E4D-89A8-A3DC8FFC4E78}" destId="{48B9640E-D0EA-A540-85A4-73CEF2737336}" srcOrd="0" destOrd="0" presId="urn:microsoft.com/office/officeart/2009/3/layout/PieProcess"/>
    <dgm:cxn modelId="{A5FD98CF-F055-F24C-A399-B9C8F55AD813}" srcId="{4CBE622A-2469-A447-AF21-31D71503DD6E}" destId="{17ADAEED-5338-0C46-99DD-35B144CC7A59}" srcOrd="1" destOrd="0" parTransId="{03CA8784-BF79-7448-90DE-70BB0A72AE16}" sibTransId="{0D99DB75-815C-EA47-9B68-CA15048C359E}"/>
    <dgm:cxn modelId="{B1521EDD-143E-FA4F-8059-2AAF382C40B8}" srcId="{EDD6EF45-C69F-CE45-8079-6171F7AA2EDC}" destId="{D8FB3814-4266-D14E-AF61-02086E1F8EC4}" srcOrd="0" destOrd="0" parTransId="{C61CFCC1-0480-E840-992A-F61EB7FB34FB}" sibTransId="{9657D4A0-13AE-1845-A4EE-6AF29AC8E2E3}"/>
    <dgm:cxn modelId="{6E7B38F2-BE14-0D45-B85B-AE5CAAF5ED9D}" type="presOf" srcId="{EDD6EF45-C69F-CE45-8079-6171F7AA2EDC}" destId="{4515315E-319E-3E49-8B30-8E0F17D1A136}" srcOrd="0" destOrd="0" presId="urn:microsoft.com/office/officeart/2009/3/layout/PieProcess"/>
    <dgm:cxn modelId="{26EE0F16-8C0C-7245-97D9-CD0FF2442303}" type="presParOf" srcId="{FE855045-AFBE-5C4D-9227-EABCEAB73716}" destId="{85343CDD-45FF-4E44-ABFB-DD6AE554590B}" srcOrd="0" destOrd="0" presId="urn:microsoft.com/office/officeart/2009/3/layout/PieProcess"/>
    <dgm:cxn modelId="{1DD96E88-5310-7C4D-AF10-2E1E411EBE5C}" type="presParOf" srcId="{85343CDD-45FF-4E44-ABFB-DD6AE554590B}" destId="{811E9AB6-D543-2040-A640-6A731F5EEE28}" srcOrd="0" destOrd="0" presId="urn:microsoft.com/office/officeart/2009/3/layout/PieProcess"/>
    <dgm:cxn modelId="{C898271D-F7F8-EB4D-9666-54CF34F799C5}" type="presParOf" srcId="{85343CDD-45FF-4E44-ABFB-DD6AE554590B}" destId="{5CC3C8BF-4835-BD49-8AA9-96B1B2097706}" srcOrd="1" destOrd="0" presId="urn:microsoft.com/office/officeart/2009/3/layout/PieProcess"/>
    <dgm:cxn modelId="{38E9FE46-547B-A246-862A-EBD3518CE2F4}" type="presParOf" srcId="{85343CDD-45FF-4E44-ABFB-DD6AE554590B}" destId="{4515315E-319E-3E49-8B30-8E0F17D1A136}" srcOrd="2" destOrd="0" presId="urn:microsoft.com/office/officeart/2009/3/layout/PieProcess"/>
    <dgm:cxn modelId="{9EFD4C56-65F5-A948-914B-8F7621A99802}" type="presParOf" srcId="{FE855045-AFBE-5C4D-9227-EABCEAB73716}" destId="{A2116741-9E95-5B49-B97E-6E00BBB3D432}" srcOrd="1" destOrd="0" presId="urn:microsoft.com/office/officeart/2009/3/layout/PieProcess"/>
    <dgm:cxn modelId="{E64D41C2-A26E-324B-B745-C474D56870BD}" type="presParOf" srcId="{FE855045-AFBE-5C4D-9227-EABCEAB73716}" destId="{1DA4DB05-B75B-904F-8265-D55ABAB8E504}" srcOrd="2" destOrd="0" presId="urn:microsoft.com/office/officeart/2009/3/layout/PieProcess"/>
    <dgm:cxn modelId="{EB6AE0D1-6017-F34E-A75E-E252C19C3213}" type="presParOf" srcId="{1DA4DB05-B75B-904F-8265-D55ABAB8E504}" destId="{2860C759-2502-AB44-9C3E-C129495CA484}" srcOrd="0" destOrd="0" presId="urn:microsoft.com/office/officeart/2009/3/layout/PieProcess"/>
    <dgm:cxn modelId="{DB0104E4-F2E0-7446-AC78-6FA06863D7EA}" type="presParOf" srcId="{FE855045-AFBE-5C4D-9227-EABCEAB73716}" destId="{D7E2D8DD-1A53-9847-AA59-D28BCF390198}" srcOrd="3" destOrd="0" presId="urn:microsoft.com/office/officeart/2009/3/layout/PieProcess"/>
    <dgm:cxn modelId="{03E8397F-1A9A-E346-ADC8-5A7AB41F885A}" type="presParOf" srcId="{FE855045-AFBE-5C4D-9227-EABCEAB73716}" destId="{6CCF2D14-1A1C-8F42-AFEA-E933478FAD05}" srcOrd="4" destOrd="0" presId="urn:microsoft.com/office/officeart/2009/3/layout/PieProcess"/>
    <dgm:cxn modelId="{D8915268-3698-F143-8BDC-A6D193495797}" type="presParOf" srcId="{6CCF2D14-1A1C-8F42-AFEA-E933478FAD05}" destId="{DAA2459E-9CD1-F148-9ACF-30C1A171AC1C}" srcOrd="0" destOrd="0" presId="urn:microsoft.com/office/officeart/2009/3/layout/PieProcess"/>
    <dgm:cxn modelId="{CE5C53D0-0524-954C-9353-7E551B7906B8}" type="presParOf" srcId="{6CCF2D14-1A1C-8F42-AFEA-E933478FAD05}" destId="{08D6E8F8-FFC8-8641-9346-7023DE73A881}" srcOrd="1" destOrd="0" presId="urn:microsoft.com/office/officeart/2009/3/layout/PieProcess"/>
    <dgm:cxn modelId="{90054541-CE4E-4F43-8A17-E27F66CC5E7A}" type="presParOf" srcId="{6CCF2D14-1A1C-8F42-AFEA-E933478FAD05}" destId="{6A740B17-4CB1-254D-B0E6-DA9AD999689F}" srcOrd="2" destOrd="0" presId="urn:microsoft.com/office/officeart/2009/3/layout/PieProcess"/>
    <dgm:cxn modelId="{F034DEE7-629B-2148-B4C4-7616F11EE88C}" type="presParOf" srcId="{FE855045-AFBE-5C4D-9227-EABCEAB73716}" destId="{ADB9DBAB-D822-8547-9237-8C774FA4BFBC}" srcOrd="5" destOrd="0" presId="urn:microsoft.com/office/officeart/2009/3/layout/PieProcess"/>
    <dgm:cxn modelId="{75391620-31C9-9844-931B-5D7B58EC8E5F}" type="presParOf" srcId="{FE855045-AFBE-5C4D-9227-EABCEAB73716}" destId="{41547837-72C7-7043-9579-BD5B912D11D3}" srcOrd="6" destOrd="0" presId="urn:microsoft.com/office/officeart/2009/3/layout/PieProcess"/>
    <dgm:cxn modelId="{CE1799D5-BB84-C74C-9899-D815D86B5784}" type="presParOf" srcId="{41547837-72C7-7043-9579-BD5B912D11D3}" destId="{48B9640E-D0EA-A540-85A4-73CEF2737336}" srcOrd="0" destOrd="0" presId="urn:microsoft.com/office/officeart/2009/3/layout/PieProcess"/>
    <dgm:cxn modelId="{9452A38B-04EF-C647-A89E-39C08DC4BD79}" type="presParOf" srcId="{FE855045-AFBE-5C4D-9227-EABCEAB73716}" destId="{E122D2A2-78EC-6B48-B375-C8BDFB8123B0}" srcOrd="7" destOrd="0" presId="urn:microsoft.com/office/officeart/2009/3/layout/PieProcess"/>
    <dgm:cxn modelId="{1B9486A1-4381-074B-B4FE-C0237349F815}" type="presParOf" srcId="{FE855045-AFBE-5C4D-9227-EABCEAB73716}" destId="{156E410D-34AA-9045-BDE1-CCF636629C43}" srcOrd="8" destOrd="0" presId="urn:microsoft.com/office/officeart/2009/3/layout/PieProcess"/>
    <dgm:cxn modelId="{F958619F-C2E8-3544-A919-D52E6B7A9177}" type="presParOf" srcId="{156E410D-34AA-9045-BDE1-CCF636629C43}" destId="{EDF0BC4F-A697-7744-BA93-E3580814A06F}" srcOrd="0" destOrd="0" presId="urn:microsoft.com/office/officeart/2009/3/layout/PieProcess"/>
    <dgm:cxn modelId="{522FE4CC-D908-C94F-B013-DA8881ED12BC}" type="presParOf" srcId="{156E410D-34AA-9045-BDE1-CCF636629C43}" destId="{B9379FDE-43B5-BB47-9004-75BFF32964BA}" srcOrd="1" destOrd="0" presId="urn:microsoft.com/office/officeart/2009/3/layout/PieProcess"/>
    <dgm:cxn modelId="{BAD12AA5-8226-7148-8932-1744CE41D66C}" type="presParOf" srcId="{156E410D-34AA-9045-BDE1-CCF636629C43}" destId="{44C4450E-4857-6247-929A-94C360A3F2D9}" srcOrd="2" destOrd="0" presId="urn:microsoft.com/office/officeart/2009/3/layout/PieProcess"/>
    <dgm:cxn modelId="{4DB51292-0352-DD47-9211-BD284031E99E}" type="presParOf" srcId="{FE855045-AFBE-5C4D-9227-EABCEAB73716}" destId="{6AD688CE-C934-C641-86C3-54B0E57B1E27}" srcOrd="9" destOrd="0" presId="urn:microsoft.com/office/officeart/2009/3/layout/PieProcess"/>
    <dgm:cxn modelId="{ACF250E0-7CD2-2F4D-ADC4-98AAF31D69F9}" type="presParOf" srcId="{FE855045-AFBE-5C4D-9227-EABCEAB73716}" destId="{DD54B0D8-2245-AA4F-AB1C-18417AEFFDA4}" srcOrd="10" destOrd="0" presId="urn:microsoft.com/office/officeart/2009/3/layout/PieProcess"/>
    <dgm:cxn modelId="{7F50BB5D-390A-7F49-AFD1-AAC15CE0546E}" type="presParOf" srcId="{DD54B0D8-2245-AA4F-AB1C-18417AEFFDA4}" destId="{8686931B-1888-3440-9D71-EC4F165761F4}" srcOrd="0" destOrd="0" presId="urn:microsoft.com/office/officeart/2009/3/layout/PieProces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BD5D1A27-99D6-4A82-8373-B8C7A767264F}" type="doc">
      <dgm:prSet loTypeId="urn:microsoft.com/office/officeart/2005/8/layout/gear1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49D3E43-EB62-46C7-A3ED-39B9D96F57FD}">
      <dgm:prSet/>
      <dgm:spPr/>
      <dgm:t>
        <a:bodyPr/>
        <a:lstStyle/>
        <a:p>
          <a:r>
            <a:rPr lang="en-US" dirty="0"/>
            <a:t>SSO Simplifies Access</a:t>
          </a:r>
        </a:p>
      </dgm:t>
    </dgm:pt>
    <dgm:pt modelId="{652EF0C4-E293-4B5D-9429-CD79AE9C8F8D}" type="parTrans" cxnId="{6ACBBFAD-970A-476F-9E3B-4FDFCA524929}">
      <dgm:prSet/>
      <dgm:spPr/>
      <dgm:t>
        <a:bodyPr/>
        <a:lstStyle/>
        <a:p>
          <a:endParaRPr lang="en-US"/>
        </a:p>
      </dgm:t>
    </dgm:pt>
    <dgm:pt modelId="{59DDEB58-D795-4386-B5EF-E728ECF5ABB0}" type="sibTrans" cxnId="{6ACBBFAD-970A-476F-9E3B-4FDFCA524929}">
      <dgm:prSet/>
      <dgm:spPr/>
      <dgm:t>
        <a:bodyPr/>
        <a:lstStyle/>
        <a:p>
          <a:endParaRPr lang="en-US"/>
        </a:p>
      </dgm:t>
    </dgm:pt>
    <dgm:pt modelId="{64ABB202-5A21-4646-807E-2F30957566E1}">
      <dgm:prSet/>
      <dgm:spPr/>
      <dgm:t>
        <a:bodyPr/>
        <a:lstStyle/>
        <a:p>
          <a:r>
            <a:rPr lang="en-US" dirty="0"/>
            <a:t>OAuth controls access</a:t>
          </a:r>
        </a:p>
      </dgm:t>
    </dgm:pt>
    <dgm:pt modelId="{A36A515F-92E2-4C7B-BED2-B20773674050}" type="parTrans" cxnId="{86B9446C-E29D-4296-99A2-DC9CC53395D7}">
      <dgm:prSet/>
      <dgm:spPr/>
      <dgm:t>
        <a:bodyPr/>
        <a:lstStyle/>
        <a:p>
          <a:endParaRPr lang="en-US"/>
        </a:p>
      </dgm:t>
    </dgm:pt>
    <dgm:pt modelId="{536A8751-203E-4C43-929D-0A03956B9280}" type="sibTrans" cxnId="{86B9446C-E29D-4296-99A2-DC9CC53395D7}">
      <dgm:prSet/>
      <dgm:spPr/>
      <dgm:t>
        <a:bodyPr/>
        <a:lstStyle/>
        <a:p>
          <a:endParaRPr lang="en-US"/>
        </a:p>
      </dgm:t>
    </dgm:pt>
    <dgm:pt modelId="{E19BBE7A-A190-4F6B-9D0F-347A775F8B23}">
      <dgm:prSet/>
      <dgm:spPr/>
      <dgm:t>
        <a:bodyPr/>
        <a:lstStyle/>
        <a:p>
          <a:r>
            <a:rPr lang="en-US" dirty="0"/>
            <a:t>OIDC verifies Identity</a:t>
          </a:r>
        </a:p>
      </dgm:t>
    </dgm:pt>
    <dgm:pt modelId="{CF092EB4-629A-48E6-8CDF-A81F3B8B42D3}" type="parTrans" cxnId="{366C8517-83BC-4C29-9AE6-26CE47F5FB31}">
      <dgm:prSet/>
      <dgm:spPr/>
      <dgm:t>
        <a:bodyPr/>
        <a:lstStyle/>
        <a:p>
          <a:endParaRPr lang="en-US"/>
        </a:p>
      </dgm:t>
    </dgm:pt>
    <dgm:pt modelId="{4DDBD1B7-3E4F-402E-B761-D2FCC8801C51}" type="sibTrans" cxnId="{366C8517-83BC-4C29-9AE6-26CE47F5FB31}">
      <dgm:prSet/>
      <dgm:spPr/>
      <dgm:t>
        <a:bodyPr/>
        <a:lstStyle/>
        <a:p>
          <a:endParaRPr lang="en-US"/>
        </a:p>
      </dgm:t>
    </dgm:pt>
    <dgm:pt modelId="{D7646416-1FAC-9B4C-8A81-C3A6FAE85E84}" type="pres">
      <dgm:prSet presAssocID="{BD5D1A27-99D6-4A82-8373-B8C7A767264F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4AE2CBFD-F78E-2647-A460-84C932289235}" type="pres">
      <dgm:prSet presAssocID="{E19BBE7A-A190-4F6B-9D0F-347A775F8B23}" presName="gear1" presStyleLbl="node1" presStyleIdx="0" presStyleCnt="3">
        <dgm:presLayoutVars>
          <dgm:chMax val="1"/>
          <dgm:bulletEnabled val="1"/>
        </dgm:presLayoutVars>
      </dgm:prSet>
      <dgm:spPr/>
    </dgm:pt>
    <dgm:pt modelId="{C969E03E-BC78-B94E-AFC8-06F7D63E1B52}" type="pres">
      <dgm:prSet presAssocID="{E19BBE7A-A190-4F6B-9D0F-347A775F8B23}" presName="gear1srcNode" presStyleLbl="node1" presStyleIdx="0" presStyleCnt="3"/>
      <dgm:spPr/>
    </dgm:pt>
    <dgm:pt modelId="{1E6F6C6C-9FC7-7747-9BE4-C62BFFF35DC5}" type="pres">
      <dgm:prSet presAssocID="{E19BBE7A-A190-4F6B-9D0F-347A775F8B23}" presName="gear1dstNode" presStyleLbl="node1" presStyleIdx="0" presStyleCnt="3"/>
      <dgm:spPr/>
    </dgm:pt>
    <dgm:pt modelId="{48A7A8CD-05AF-7D44-807C-1AAE53A72D17}" type="pres">
      <dgm:prSet presAssocID="{64ABB202-5A21-4646-807E-2F30957566E1}" presName="gear2" presStyleLbl="node1" presStyleIdx="1" presStyleCnt="3">
        <dgm:presLayoutVars>
          <dgm:chMax val="1"/>
          <dgm:bulletEnabled val="1"/>
        </dgm:presLayoutVars>
      </dgm:prSet>
      <dgm:spPr/>
    </dgm:pt>
    <dgm:pt modelId="{565FD72C-80E7-5149-95A3-3D7BCA12A56E}" type="pres">
      <dgm:prSet presAssocID="{64ABB202-5A21-4646-807E-2F30957566E1}" presName="gear2srcNode" presStyleLbl="node1" presStyleIdx="1" presStyleCnt="3"/>
      <dgm:spPr/>
    </dgm:pt>
    <dgm:pt modelId="{83C25B27-704C-6640-B6B2-99C3CB0284CB}" type="pres">
      <dgm:prSet presAssocID="{64ABB202-5A21-4646-807E-2F30957566E1}" presName="gear2dstNode" presStyleLbl="node1" presStyleIdx="1" presStyleCnt="3"/>
      <dgm:spPr/>
    </dgm:pt>
    <dgm:pt modelId="{D31D0C68-3B38-6546-A5D7-52734E562BC4}" type="pres">
      <dgm:prSet presAssocID="{A49D3E43-EB62-46C7-A3ED-39B9D96F57FD}" presName="gear3" presStyleLbl="node1" presStyleIdx="2" presStyleCnt="3"/>
      <dgm:spPr/>
    </dgm:pt>
    <dgm:pt modelId="{9EFCDA2C-FBAC-BA40-A23C-0D7C98B9A627}" type="pres">
      <dgm:prSet presAssocID="{A49D3E43-EB62-46C7-A3ED-39B9D96F57FD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A9C71AB4-8013-3C44-AD1C-02421D2A133A}" type="pres">
      <dgm:prSet presAssocID="{A49D3E43-EB62-46C7-A3ED-39B9D96F57FD}" presName="gear3srcNode" presStyleLbl="node1" presStyleIdx="2" presStyleCnt="3"/>
      <dgm:spPr/>
    </dgm:pt>
    <dgm:pt modelId="{746E3B42-E041-CE42-82DF-FB9E59EA4E0C}" type="pres">
      <dgm:prSet presAssocID="{A49D3E43-EB62-46C7-A3ED-39B9D96F57FD}" presName="gear3dstNode" presStyleLbl="node1" presStyleIdx="2" presStyleCnt="3"/>
      <dgm:spPr/>
    </dgm:pt>
    <dgm:pt modelId="{46AE55C5-09DB-0245-8401-8565AEA1B7EE}" type="pres">
      <dgm:prSet presAssocID="{4DDBD1B7-3E4F-402E-B761-D2FCC8801C51}" presName="connector1" presStyleLbl="sibTrans2D1" presStyleIdx="0" presStyleCnt="3"/>
      <dgm:spPr/>
    </dgm:pt>
    <dgm:pt modelId="{FE68009E-B123-184A-91B3-E574C9DBAF0C}" type="pres">
      <dgm:prSet presAssocID="{536A8751-203E-4C43-929D-0A03956B9280}" presName="connector2" presStyleLbl="sibTrans2D1" presStyleIdx="1" presStyleCnt="3" custLinFactNeighborX="9607" custLinFactNeighborY="-204"/>
      <dgm:spPr/>
    </dgm:pt>
    <dgm:pt modelId="{CD9082B5-3276-6049-828E-FB73BA31E549}" type="pres">
      <dgm:prSet presAssocID="{59DDEB58-D795-4386-B5EF-E728ECF5ABB0}" presName="connector3" presStyleLbl="sibTrans2D1" presStyleIdx="2" presStyleCnt="3"/>
      <dgm:spPr/>
    </dgm:pt>
  </dgm:ptLst>
  <dgm:cxnLst>
    <dgm:cxn modelId="{47BE3F08-C882-F843-87EB-261DD8E42E2C}" type="presOf" srcId="{E19BBE7A-A190-4F6B-9D0F-347A775F8B23}" destId="{C969E03E-BC78-B94E-AFC8-06F7D63E1B52}" srcOrd="1" destOrd="0" presId="urn:microsoft.com/office/officeart/2005/8/layout/gear1"/>
    <dgm:cxn modelId="{E086C108-5A3B-A647-A220-28F6C14B6ADB}" type="presOf" srcId="{59DDEB58-D795-4386-B5EF-E728ECF5ABB0}" destId="{CD9082B5-3276-6049-828E-FB73BA31E549}" srcOrd="0" destOrd="0" presId="urn:microsoft.com/office/officeart/2005/8/layout/gear1"/>
    <dgm:cxn modelId="{5196D608-6FAF-DA40-9B83-C2EED8A3D3EE}" type="presOf" srcId="{64ABB202-5A21-4646-807E-2F30957566E1}" destId="{565FD72C-80E7-5149-95A3-3D7BCA12A56E}" srcOrd="1" destOrd="0" presId="urn:microsoft.com/office/officeart/2005/8/layout/gear1"/>
    <dgm:cxn modelId="{DEEC660D-4FC8-2047-93AA-6C6C80AEAFBF}" type="presOf" srcId="{536A8751-203E-4C43-929D-0A03956B9280}" destId="{FE68009E-B123-184A-91B3-E574C9DBAF0C}" srcOrd="0" destOrd="0" presId="urn:microsoft.com/office/officeart/2005/8/layout/gear1"/>
    <dgm:cxn modelId="{A32EFF13-8F93-6A4D-8782-BE8AC370C15A}" type="presOf" srcId="{64ABB202-5A21-4646-807E-2F30957566E1}" destId="{83C25B27-704C-6640-B6B2-99C3CB0284CB}" srcOrd="2" destOrd="0" presId="urn:microsoft.com/office/officeart/2005/8/layout/gear1"/>
    <dgm:cxn modelId="{366C8517-83BC-4C29-9AE6-26CE47F5FB31}" srcId="{BD5D1A27-99D6-4A82-8373-B8C7A767264F}" destId="{E19BBE7A-A190-4F6B-9D0F-347A775F8B23}" srcOrd="0" destOrd="0" parTransId="{CF092EB4-629A-48E6-8CDF-A81F3B8B42D3}" sibTransId="{4DDBD1B7-3E4F-402E-B761-D2FCC8801C51}"/>
    <dgm:cxn modelId="{A015E835-E4B3-9842-965D-91FD191D540F}" type="presOf" srcId="{A49D3E43-EB62-46C7-A3ED-39B9D96F57FD}" destId="{A9C71AB4-8013-3C44-AD1C-02421D2A133A}" srcOrd="2" destOrd="0" presId="urn:microsoft.com/office/officeart/2005/8/layout/gear1"/>
    <dgm:cxn modelId="{0DF56151-AB3C-664B-8163-CC819C125CD2}" type="presOf" srcId="{A49D3E43-EB62-46C7-A3ED-39B9D96F57FD}" destId="{D31D0C68-3B38-6546-A5D7-52734E562BC4}" srcOrd="0" destOrd="0" presId="urn:microsoft.com/office/officeart/2005/8/layout/gear1"/>
    <dgm:cxn modelId="{2AE0E85D-CD2A-164F-B9AC-FF9EC640E9D6}" type="presOf" srcId="{BD5D1A27-99D6-4A82-8373-B8C7A767264F}" destId="{D7646416-1FAC-9B4C-8A81-C3A6FAE85E84}" srcOrd="0" destOrd="0" presId="urn:microsoft.com/office/officeart/2005/8/layout/gear1"/>
    <dgm:cxn modelId="{ABE8EA68-0F02-634D-BECE-240E9D64EB77}" type="presOf" srcId="{4DDBD1B7-3E4F-402E-B761-D2FCC8801C51}" destId="{46AE55C5-09DB-0245-8401-8565AEA1B7EE}" srcOrd="0" destOrd="0" presId="urn:microsoft.com/office/officeart/2005/8/layout/gear1"/>
    <dgm:cxn modelId="{86B9446C-E29D-4296-99A2-DC9CC53395D7}" srcId="{BD5D1A27-99D6-4A82-8373-B8C7A767264F}" destId="{64ABB202-5A21-4646-807E-2F30957566E1}" srcOrd="1" destOrd="0" parTransId="{A36A515F-92E2-4C7B-BED2-B20773674050}" sibTransId="{536A8751-203E-4C43-929D-0A03956B9280}"/>
    <dgm:cxn modelId="{D5EBCBA6-34D6-DE44-A273-581CCC1347C1}" type="presOf" srcId="{A49D3E43-EB62-46C7-A3ED-39B9D96F57FD}" destId="{746E3B42-E041-CE42-82DF-FB9E59EA4E0C}" srcOrd="3" destOrd="0" presId="urn:microsoft.com/office/officeart/2005/8/layout/gear1"/>
    <dgm:cxn modelId="{6ACBBFAD-970A-476F-9E3B-4FDFCA524929}" srcId="{BD5D1A27-99D6-4A82-8373-B8C7A767264F}" destId="{A49D3E43-EB62-46C7-A3ED-39B9D96F57FD}" srcOrd="2" destOrd="0" parTransId="{652EF0C4-E293-4B5D-9429-CD79AE9C8F8D}" sibTransId="{59DDEB58-D795-4386-B5EF-E728ECF5ABB0}"/>
    <dgm:cxn modelId="{DB7A29B3-5BC3-754F-967D-47B0BBF0BC9F}" type="presOf" srcId="{64ABB202-5A21-4646-807E-2F30957566E1}" destId="{48A7A8CD-05AF-7D44-807C-1AAE53A72D17}" srcOrd="0" destOrd="0" presId="urn:microsoft.com/office/officeart/2005/8/layout/gear1"/>
    <dgm:cxn modelId="{AB1BD7B3-D5A9-AF44-BF55-FF2A28986282}" type="presOf" srcId="{A49D3E43-EB62-46C7-A3ED-39B9D96F57FD}" destId="{9EFCDA2C-FBAC-BA40-A23C-0D7C98B9A627}" srcOrd="1" destOrd="0" presId="urn:microsoft.com/office/officeart/2005/8/layout/gear1"/>
    <dgm:cxn modelId="{68B6DFD7-1DB1-514B-B1EB-DCAC287FDC6F}" type="presOf" srcId="{E19BBE7A-A190-4F6B-9D0F-347A775F8B23}" destId="{4AE2CBFD-F78E-2647-A460-84C932289235}" srcOrd="0" destOrd="0" presId="urn:microsoft.com/office/officeart/2005/8/layout/gear1"/>
    <dgm:cxn modelId="{535B2DE6-3E79-D747-A6C6-8EFF69BC1B92}" type="presOf" srcId="{E19BBE7A-A190-4F6B-9D0F-347A775F8B23}" destId="{1E6F6C6C-9FC7-7747-9BE4-C62BFFF35DC5}" srcOrd="2" destOrd="0" presId="urn:microsoft.com/office/officeart/2005/8/layout/gear1"/>
    <dgm:cxn modelId="{A73CD9F5-3DC3-A648-84BB-B73A877A2470}" type="presParOf" srcId="{D7646416-1FAC-9B4C-8A81-C3A6FAE85E84}" destId="{4AE2CBFD-F78E-2647-A460-84C932289235}" srcOrd="0" destOrd="0" presId="urn:microsoft.com/office/officeart/2005/8/layout/gear1"/>
    <dgm:cxn modelId="{B4411653-033E-FF4F-A392-CAD10CE0DE93}" type="presParOf" srcId="{D7646416-1FAC-9B4C-8A81-C3A6FAE85E84}" destId="{C969E03E-BC78-B94E-AFC8-06F7D63E1B52}" srcOrd="1" destOrd="0" presId="urn:microsoft.com/office/officeart/2005/8/layout/gear1"/>
    <dgm:cxn modelId="{3A82AD2B-D53F-7644-A428-DF9901745048}" type="presParOf" srcId="{D7646416-1FAC-9B4C-8A81-C3A6FAE85E84}" destId="{1E6F6C6C-9FC7-7747-9BE4-C62BFFF35DC5}" srcOrd="2" destOrd="0" presId="urn:microsoft.com/office/officeart/2005/8/layout/gear1"/>
    <dgm:cxn modelId="{4752036D-0992-BA4A-AB36-BD05696F5198}" type="presParOf" srcId="{D7646416-1FAC-9B4C-8A81-C3A6FAE85E84}" destId="{48A7A8CD-05AF-7D44-807C-1AAE53A72D17}" srcOrd="3" destOrd="0" presId="urn:microsoft.com/office/officeart/2005/8/layout/gear1"/>
    <dgm:cxn modelId="{3BDBB8B7-6220-7F4E-8AD4-881ECD70FDD9}" type="presParOf" srcId="{D7646416-1FAC-9B4C-8A81-C3A6FAE85E84}" destId="{565FD72C-80E7-5149-95A3-3D7BCA12A56E}" srcOrd="4" destOrd="0" presId="urn:microsoft.com/office/officeart/2005/8/layout/gear1"/>
    <dgm:cxn modelId="{1478A0C7-D637-094A-BB03-B1707F9D8BBF}" type="presParOf" srcId="{D7646416-1FAC-9B4C-8A81-C3A6FAE85E84}" destId="{83C25B27-704C-6640-B6B2-99C3CB0284CB}" srcOrd="5" destOrd="0" presId="urn:microsoft.com/office/officeart/2005/8/layout/gear1"/>
    <dgm:cxn modelId="{7E400056-F0A8-3642-A8AC-F49826E3D1A1}" type="presParOf" srcId="{D7646416-1FAC-9B4C-8A81-C3A6FAE85E84}" destId="{D31D0C68-3B38-6546-A5D7-52734E562BC4}" srcOrd="6" destOrd="0" presId="urn:microsoft.com/office/officeart/2005/8/layout/gear1"/>
    <dgm:cxn modelId="{B9ED0DD9-7D10-C14C-951E-6DE88B59DEAB}" type="presParOf" srcId="{D7646416-1FAC-9B4C-8A81-C3A6FAE85E84}" destId="{9EFCDA2C-FBAC-BA40-A23C-0D7C98B9A627}" srcOrd="7" destOrd="0" presId="urn:microsoft.com/office/officeart/2005/8/layout/gear1"/>
    <dgm:cxn modelId="{D9FD0C68-35D4-1D45-93BE-D172F7DBD875}" type="presParOf" srcId="{D7646416-1FAC-9B4C-8A81-C3A6FAE85E84}" destId="{A9C71AB4-8013-3C44-AD1C-02421D2A133A}" srcOrd="8" destOrd="0" presId="urn:microsoft.com/office/officeart/2005/8/layout/gear1"/>
    <dgm:cxn modelId="{96792D88-1C76-4142-A593-96DCD11BE514}" type="presParOf" srcId="{D7646416-1FAC-9B4C-8A81-C3A6FAE85E84}" destId="{746E3B42-E041-CE42-82DF-FB9E59EA4E0C}" srcOrd="9" destOrd="0" presId="urn:microsoft.com/office/officeart/2005/8/layout/gear1"/>
    <dgm:cxn modelId="{0CB5133C-A12E-BC4B-804C-775DD94DD849}" type="presParOf" srcId="{D7646416-1FAC-9B4C-8A81-C3A6FAE85E84}" destId="{46AE55C5-09DB-0245-8401-8565AEA1B7EE}" srcOrd="10" destOrd="0" presId="urn:microsoft.com/office/officeart/2005/8/layout/gear1"/>
    <dgm:cxn modelId="{16318ABF-6EE4-8B4B-9029-85BA79F42A77}" type="presParOf" srcId="{D7646416-1FAC-9B4C-8A81-C3A6FAE85E84}" destId="{FE68009E-B123-184A-91B3-E574C9DBAF0C}" srcOrd="11" destOrd="0" presId="urn:microsoft.com/office/officeart/2005/8/layout/gear1"/>
    <dgm:cxn modelId="{A02CC03F-EDB7-1842-AD87-E05EEB9E8818}" type="presParOf" srcId="{D7646416-1FAC-9B4C-8A81-C3A6FAE85E84}" destId="{CD9082B5-3276-6049-828E-FB73BA31E549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EE1430-15DD-7441-89DF-A33DCB35804D}">
      <dsp:nvSpPr>
        <dsp:cNvPr id="0" name=""/>
        <dsp:cNvSpPr/>
      </dsp:nvSpPr>
      <dsp:spPr>
        <a:xfrm>
          <a:off x="1180" y="172076"/>
          <a:ext cx="4142166" cy="263027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EEA651-819E-9142-B36E-A450CEC5B2FD}">
      <dsp:nvSpPr>
        <dsp:cNvPr id="0" name=""/>
        <dsp:cNvSpPr/>
      </dsp:nvSpPr>
      <dsp:spPr>
        <a:xfrm>
          <a:off x="461420" y="609305"/>
          <a:ext cx="4142166" cy="263027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Purpose: 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Help the Medusa Corporation decide on an authentication management strategy.</a:t>
          </a:r>
        </a:p>
      </dsp:txBody>
      <dsp:txXfrm>
        <a:off x="538458" y="686343"/>
        <a:ext cx="3988090" cy="2476199"/>
      </dsp:txXfrm>
    </dsp:sp>
    <dsp:sp modelId="{4289A782-E4F4-344A-B2DE-069EE83638FB}">
      <dsp:nvSpPr>
        <dsp:cNvPr id="0" name=""/>
        <dsp:cNvSpPr/>
      </dsp:nvSpPr>
      <dsp:spPr>
        <a:xfrm>
          <a:off x="5063827" y="172076"/>
          <a:ext cx="4142166" cy="263027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F92EB6-63C9-4240-8F64-EF1A7377339D}">
      <dsp:nvSpPr>
        <dsp:cNvPr id="0" name=""/>
        <dsp:cNvSpPr/>
      </dsp:nvSpPr>
      <dsp:spPr>
        <a:xfrm>
          <a:off x="5524068" y="609305"/>
          <a:ext cx="4142166" cy="263027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Goal: 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Compare SSO, OAuth, and OpenID with descriptions, implementation steps, and pros and cons.</a:t>
          </a:r>
        </a:p>
      </dsp:txBody>
      <dsp:txXfrm>
        <a:off x="5601106" y="686343"/>
        <a:ext cx="3988090" cy="24761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04CF15-7C5A-494D-B12F-CC0F8535CFBB}">
      <dsp:nvSpPr>
        <dsp:cNvPr id="0" name=""/>
        <dsp:cNvSpPr/>
      </dsp:nvSpPr>
      <dsp:spPr>
        <a:xfrm>
          <a:off x="338134" y="2523"/>
          <a:ext cx="6358671" cy="1665441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1" u="sng" kern="1200" dirty="0"/>
            <a:t>Single Sign-On (SSO) </a:t>
          </a:r>
          <a:r>
            <a:rPr lang="en-US" sz="2400" kern="1200" dirty="0"/>
            <a:t>allows users to log in once and access multiple applications without re-authenticating.  </a:t>
          </a:r>
        </a:p>
      </dsp:txBody>
      <dsp:txXfrm>
        <a:off x="419434" y="83823"/>
        <a:ext cx="6196071" cy="1502841"/>
      </dsp:txXfrm>
    </dsp:sp>
    <dsp:sp modelId="{47651293-BB23-0E46-B8A4-F3EF7068AB02}">
      <dsp:nvSpPr>
        <dsp:cNvPr id="0" name=""/>
        <dsp:cNvSpPr/>
      </dsp:nvSpPr>
      <dsp:spPr>
        <a:xfrm>
          <a:off x="338134" y="1751236"/>
          <a:ext cx="6358671" cy="1665441"/>
        </a:xfrm>
        <a:prstGeom prst="roundRect">
          <a:avLst/>
        </a:prstGeom>
        <a:solidFill>
          <a:schemeClr val="accent1">
            <a:shade val="50000"/>
            <a:hueOff val="-184835"/>
            <a:satOff val="12519"/>
            <a:lumOff val="27479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1" u="sng" kern="1200" dirty="0"/>
            <a:t>Open Authorization (OAuth) </a:t>
          </a:r>
          <a:r>
            <a:rPr lang="en-US" sz="2300" kern="1200" dirty="0"/>
            <a:t>is an authorization framework that allows applications to access data on behalf of a user without sharing passwords.</a:t>
          </a:r>
        </a:p>
      </dsp:txBody>
      <dsp:txXfrm>
        <a:off x="419434" y="1832536"/>
        <a:ext cx="6196071" cy="1502841"/>
      </dsp:txXfrm>
    </dsp:sp>
    <dsp:sp modelId="{695ACB80-E047-9D4C-9949-62BFD46B646D}">
      <dsp:nvSpPr>
        <dsp:cNvPr id="0" name=""/>
        <dsp:cNvSpPr/>
      </dsp:nvSpPr>
      <dsp:spPr>
        <a:xfrm>
          <a:off x="338134" y="3499950"/>
          <a:ext cx="6358671" cy="1665441"/>
        </a:xfrm>
        <a:prstGeom prst="roundRect">
          <a:avLst/>
        </a:prstGeom>
        <a:solidFill>
          <a:schemeClr val="accent1">
            <a:shade val="50000"/>
            <a:hueOff val="-184835"/>
            <a:satOff val="12519"/>
            <a:lumOff val="27479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1" u="sng" kern="1200"/>
            <a:t>OpenID Connect (OIDC) </a:t>
          </a:r>
          <a:r>
            <a:rPr lang="en-US" sz="2300" kern="1200"/>
            <a:t>is an authentication layer built on OAuth 2.0 that verifies user identity.</a:t>
          </a:r>
        </a:p>
      </dsp:txBody>
      <dsp:txXfrm>
        <a:off x="419434" y="3581250"/>
        <a:ext cx="6196071" cy="15028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C4DBC2-0B68-A346-9309-2F6562100398}">
      <dsp:nvSpPr>
        <dsp:cNvPr id="0" name=""/>
        <dsp:cNvSpPr/>
      </dsp:nvSpPr>
      <dsp:spPr>
        <a:xfrm>
          <a:off x="0" y="11751"/>
          <a:ext cx="3202692" cy="79150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kern="1200" baseline="0" dirty="0"/>
            <a:t>SSO</a:t>
          </a:r>
          <a:endParaRPr lang="en-US" sz="3300" kern="1200" dirty="0"/>
        </a:p>
      </dsp:txBody>
      <dsp:txXfrm>
        <a:off x="38638" y="50389"/>
        <a:ext cx="3125416" cy="71422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4F258B-BB04-0D4B-86A8-306BE76EDB79}">
      <dsp:nvSpPr>
        <dsp:cNvPr id="0" name=""/>
        <dsp:cNvSpPr/>
      </dsp:nvSpPr>
      <dsp:spPr>
        <a:xfrm>
          <a:off x="609887" y="455"/>
          <a:ext cx="1982917" cy="793166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Choose an SSO Provider (Okta, Azure, etc)</a:t>
          </a:r>
        </a:p>
      </dsp:txBody>
      <dsp:txXfrm>
        <a:off x="1006470" y="455"/>
        <a:ext cx="1189751" cy="793166"/>
      </dsp:txXfrm>
    </dsp:sp>
    <dsp:sp modelId="{24C24C0A-7892-054E-A626-A146500EE696}">
      <dsp:nvSpPr>
        <dsp:cNvPr id="0" name=""/>
        <dsp:cNvSpPr/>
      </dsp:nvSpPr>
      <dsp:spPr>
        <a:xfrm>
          <a:off x="609887" y="904665"/>
          <a:ext cx="1982917" cy="793166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Integrate with each application</a:t>
          </a:r>
        </a:p>
      </dsp:txBody>
      <dsp:txXfrm>
        <a:off x="1006470" y="904665"/>
        <a:ext cx="1189751" cy="793166"/>
      </dsp:txXfrm>
    </dsp:sp>
    <dsp:sp modelId="{64F82C5D-1A82-1046-9B84-5E292C065003}">
      <dsp:nvSpPr>
        <dsp:cNvPr id="0" name=""/>
        <dsp:cNvSpPr/>
      </dsp:nvSpPr>
      <dsp:spPr>
        <a:xfrm>
          <a:off x="609887" y="1808875"/>
          <a:ext cx="1982917" cy="793166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Configure identity provider (IdP) and service provider (SP)</a:t>
          </a:r>
        </a:p>
      </dsp:txBody>
      <dsp:txXfrm>
        <a:off x="1006470" y="1808875"/>
        <a:ext cx="1189751" cy="793166"/>
      </dsp:txXfrm>
    </dsp:sp>
    <dsp:sp modelId="{C2F0BE83-C65C-A240-8864-B0BD186B3D83}">
      <dsp:nvSpPr>
        <dsp:cNvPr id="0" name=""/>
        <dsp:cNvSpPr/>
      </dsp:nvSpPr>
      <dsp:spPr>
        <a:xfrm>
          <a:off x="609887" y="2713085"/>
          <a:ext cx="1982917" cy="793166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Test authentication flow for users.</a:t>
          </a:r>
        </a:p>
      </dsp:txBody>
      <dsp:txXfrm>
        <a:off x="1006470" y="2713085"/>
        <a:ext cx="1189751" cy="79316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AA25C8-46C8-554B-B856-EF256F917066}">
      <dsp:nvSpPr>
        <dsp:cNvPr id="0" name=""/>
        <dsp:cNvSpPr/>
      </dsp:nvSpPr>
      <dsp:spPr>
        <a:xfrm>
          <a:off x="0" y="11751"/>
          <a:ext cx="3202692" cy="79150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kern="1200" baseline="0"/>
            <a:t>OAuth</a:t>
          </a:r>
          <a:endParaRPr lang="en-US" sz="3300" kern="1200"/>
        </a:p>
      </dsp:txBody>
      <dsp:txXfrm>
        <a:off x="38638" y="50389"/>
        <a:ext cx="3125416" cy="71422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D6047E-A702-2849-ACF5-74FFF3911756}">
      <dsp:nvSpPr>
        <dsp:cNvPr id="0" name=""/>
        <dsp:cNvSpPr/>
      </dsp:nvSpPr>
      <dsp:spPr>
        <a:xfrm>
          <a:off x="609887" y="455"/>
          <a:ext cx="1982917" cy="793166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Register application with OAuth provider</a:t>
          </a:r>
        </a:p>
      </dsp:txBody>
      <dsp:txXfrm>
        <a:off x="1006470" y="455"/>
        <a:ext cx="1189751" cy="793166"/>
      </dsp:txXfrm>
    </dsp:sp>
    <dsp:sp modelId="{DC0C002D-DE8A-1A44-B95E-2392A6996F40}">
      <dsp:nvSpPr>
        <dsp:cNvPr id="0" name=""/>
        <dsp:cNvSpPr/>
      </dsp:nvSpPr>
      <dsp:spPr>
        <a:xfrm>
          <a:off x="609887" y="904665"/>
          <a:ext cx="1982917" cy="793166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Implement OAuth flow</a:t>
          </a:r>
        </a:p>
      </dsp:txBody>
      <dsp:txXfrm>
        <a:off x="1006470" y="904665"/>
        <a:ext cx="1189751" cy="793166"/>
      </dsp:txXfrm>
    </dsp:sp>
    <dsp:sp modelId="{EFBE1354-F62B-9A48-8208-2F5C1AA3490C}">
      <dsp:nvSpPr>
        <dsp:cNvPr id="0" name=""/>
        <dsp:cNvSpPr/>
      </dsp:nvSpPr>
      <dsp:spPr>
        <a:xfrm>
          <a:off x="609887" y="1808876"/>
          <a:ext cx="1982917" cy="793166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Securely store access tokens and refresh tokens</a:t>
          </a:r>
        </a:p>
      </dsp:txBody>
      <dsp:txXfrm>
        <a:off x="1006470" y="1808876"/>
        <a:ext cx="1189751" cy="793166"/>
      </dsp:txXfrm>
    </dsp:sp>
    <dsp:sp modelId="{7B9355FC-DBDA-C047-AADA-50CAE63C7062}">
      <dsp:nvSpPr>
        <dsp:cNvPr id="0" name=""/>
        <dsp:cNvSpPr/>
      </dsp:nvSpPr>
      <dsp:spPr>
        <a:xfrm>
          <a:off x="609887" y="2713086"/>
          <a:ext cx="1982917" cy="793166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Integrate API access with user permissions</a:t>
          </a:r>
        </a:p>
      </dsp:txBody>
      <dsp:txXfrm>
        <a:off x="1006470" y="2713086"/>
        <a:ext cx="1189751" cy="79316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ECB3A9-3145-344C-B772-E55656A7B189}">
      <dsp:nvSpPr>
        <dsp:cNvPr id="0" name=""/>
        <dsp:cNvSpPr/>
      </dsp:nvSpPr>
      <dsp:spPr>
        <a:xfrm>
          <a:off x="0" y="0"/>
          <a:ext cx="3202692" cy="79150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kern="1200" baseline="0" dirty="0"/>
            <a:t>OIDC</a:t>
          </a:r>
          <a:endParaRPr lang="en-US" sz="3300" kern="1200" dirty="0"/>
        </a:p>
      </dsp:txBody>
      <dsp:txXfrm>
        <a:off x="38638" y="38638"/>
        <a:ext cx="3125416" cy="71422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700F74-EBFE-A149-8B72-0641B12C9421}">
      <dsp:nvSpPr>
        <dsp:cNvPr id="0" name=""/>
        <dsp:cNvSpPr/>
      </dsp:nvSpPr>
      <dsp:spPr>
        <a:xfrm>
          <a:off x="609887" y="455"/>
          <a:ext cx="1982917" cy="793166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Choose OpenID Provider</a:t>
          </a:r>
        </a:p>
      </dsp:txBody>
      <dsp:txXfrm>
        <a:off x="1006470" y="455"/>
        <a:ext cx="1189751" cy="793166"/>
      </dsp:txXfrm>
    </dsp:sp>
    <dsp:sp modelId="{3CC1E658-C0BC-B94C-B67A-4EAF64C3D60F}">
      <dsp:nvSpPr>
        <dsp:cNvPr id="0" name=""/>
        <dsp:cNvSpPr/>
      </dsp:nvSpPr>
      <dsp:spPr>
        <a:xfrm>
          <a:off x="609887" y="904665"/>
          <a:ext cx="1982917" cy="793166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Implement OIDC flow (authorize, ID token retrieval, validation)</a:t>
          </a:r>
        </a:p>
      </dsp:txBody>
      <dsp:txXfrm>
        <a:off x="1006470" y="904665"/>
        <a:ext cx="1189751" cy="793166"/>
      </dsp:txXfrm>
    </dsp:sp>
    <dsp:sp modelId="{2E848011-D158-7A46-B63B-88E361D6CD47}">
      <dsp:nvSpPr>
        <dsp:cNvPr id="0" name=""/>
        <dsp:cNvSpPr/>
      </dsp:nvSpPr>
      <dsp:spPr>
        <a:xfrm>
          <a:off x="609887" y="1808876"/>
          <a:ext cx="1982917" cy="793166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Map user identity to application roles</a:t>
          </a:r>
        </a:p>
      </dsp:txBody>
      <dsp:txXfrm>
        <a:off x="1006470" y="1808876"/>
        <a:ext cx="1189751" cy="793166"/>
      </dsp:txXfrm>
    </dsp:sp>
    <dsp:sp modelId="{F613D61A-B1CD-A04C-93EE-23E82C64E1BF}">
      <dsp:nvSpPr>
        <dsp:cNvPr id="0" name=""/>
        <dsp:cNvSpPr/>
      </dsp:nvSpPr>
      <dsp:spPr>
        <a:xfrm>
          <a:off x="609887" y="2713086"/>
          <a:ext cx="1982917" cy="793166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Test login across apps for consistency</a:t>
          </a:r>
        </a:p>
      </dsp:txBody>
      <dsp:txXfrm>
        <a:off x="1006470" y="2713086"/>
        <a:ext cx="1189751" cy="79316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EB581E-F19B-C344-9066-2A80F4294E90}">
      <dsp:nvSpPr>
        <dsp:cNvPr id="0" name=""/>
        <dsp:cNvSpPr/>
      </dsp:nvSpPr>
      <dsp:spPr>
        <a:xfrm>
          <a:off x="0" y="50902"/>
          <a:ext cx="6379560" cy="11727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Single point of failure </a:t>
          </a:r>
        </a:p>
      </dsp:txBody>
      <dsp:txXfrm>
        <a:off x="57250" y="108152"/>
        <a:ext cx="6265060" cy="1058278"/>
      </dsp:txXfrm>
    </dsp:sp>
    <dsp:sp modelId="{6C8BA330-73CC-D340-B0CF-46A2A1FF0A68}">
      <dsp:nvSpPr>
        <dsp:cNvPr id="0" name=""/>
        <dsp:cNvSpPr/>
      </dsp:nvSpPr>
      <dsp:spPr>
        <a:xfrm>
          <a:off x="0" y="1301441"/>
          <a:ext cx="6379560" cy="11727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Requires careful configuration and maintenance </a:t>
          </a:r>
        </a:p>
      </dsp:txBody>
      <dsp:txXfrm>
        <a:off x="57250" y="1358691"/>
        <a:ext cx="6265060" cy="1058278"/>
      </dsp:txXfrm>
    </dsp:sp>
    <dsp:sp modelId="{D166F537-3922-ED43-B6FB-2A997DCF918F}">
      <dsp:nvSpPr>
        <dsp:cNvPr id="0" name=""/>
        <dsp:cNvSpPr/>
      </dsp:nvSpPr>
      <dsp:spPr>
        <a:xfrm>
          <a:off x="0" y="2551979"/>
          <a:ext cx="6379560" cy="11727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Can be costly depending on provider</a:t>
          </a:r>
        </a:p>
      </dsp:txBody>
      <dsp:txXfrm>
        <a:off x="57250" y="2609229"/>
        <a:ext cx="6265060" cy="105827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A620F5-051B-674B-ACCD-A022620026D5}">
      <dsp:nvSpPr>
        <dsp:cNvPr id="0" name=""/>
        <dsp:cNvSpPr/>
      </dsp:nvSpPr>
      <dsp:spPr>
        <a:xfrm>
          <a:off x="0" y="3680"/>
          <a:ext cx="5812438" cy="11917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Simplifies login for users </a:t>
          </a:r>
        </a:p>
      </dsp:txBody>
      <dsp:txXfrm>
        <a:off x="58177" y="61857"/>
        <a:ext cx="5696084" cy="1075400"/>
      </dsp:txXfrm>
    </dsp:sp>
    <dsp:sp modelId="{A984F932-B866-6542-AAC9-ED20414C14DB}">
      <dsp:nvSpPr>
        <dsp:cNvPr id="0" name=""/>
        <dsp:cNvSpPr/>
      </dsp:nvSpPr>
      <dsp:spPr>
        <a:xfrm>
          <a:off x="0" y="1299490"/>
          <a:ext cx="5812438" cy="11917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Reduces password fatigue </a:t>
          </a:r>
        </a:p>
      </dsp:txBody>
      <dsp:txXfrm>
        <a:off x="58177" y="1357667"/>
        <a:ext cx="5696084" cy="1075400"/>
      </dsp:txXfrm>
    </dsp:sp>
    <dsp:sp modelId="{5960E4F7-3CF6-454F-92FF-7F73B7C82E4B}">
      <dsp:nvSpPr>
        <dsp:cNvPr id="0" name=""/>
        <dsp:cNvSpPr/>
      </dsp:nvSpPr>
      <dsp:spPr>
        <a:xfrm>
          <a:off x="0" y="2577645"/>
          <a:ext cx="5812438" cy="11917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Centralized authentication management</a:t>
          </a:r>
        </a:p>
      </dsp:txBody>
      <dsp:txXfrm>
        <a:off x="58177" y="2635822"/>
        <a:ext cx="5696084" cy="10754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EB581E-F19B-C344-9066-2A80F4294E90}">
      <dsp:nvSpPr>
        <dsp:cNvPr id="0" name=""/>
        <dsp:cNvSpPr/>
      </dsp:nvSpPr>
      <dsp:spPr>
        <a:xfrm>
          <a:off x="0" y="563"/>
          <a:ext cx="6353510" cy="1168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Only provides authorization, not authentication.</a:t>
          </a:r>
        </a:p>
      </dsp:txBody>
      <dsp:txXfrm>
        <a:off x="57058" y="57621"/>
        <a:ext cx="6239394" cy="1054714"/>
      </dsp:txXfrm>
    </dsp:sp>
    <dsp:sp modelId="{6C8BA330-73CC-D340-B0CF-46A2A1FF0A68}">
      <dsp:nvSpPr>
        <dsp:cNvPr id="0" name=""/>
        <dsp:cNvSpPr/>
      </dsp:nvSpPr>
      <dsp:spPr>
        <a:xfrm>
          <a:off x="0" y="1247153"/>
          <a:ext cx="6353510" cy="1168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Implementation complexity</a:t>
          </a:r>
          <a:r>
            <a:rPr lang="en-US" sz="2700" kern="1200" baseline="0" dirty="0"/>
            <a:t> varies by provider.</a:t>
          </a:r>
          <a:endParaRPr lang="en-US" sz="2700" kern="1200" dirty="0"/>
        </a:p>
      </dsp:txBody>
      <dsp:txXfrm>
        <a:off x="57058" y="1304211"/>
        <a:ext cx="6239394" cy="1054714"/>
      </dsp:txXfrm>
    </dsp:sp>
    <dsp:sp modelId="{D166F537-3922-ED43-B6FB-2A997DCF918F}">
      <dsp:nvSpPr>
        <dsp:cNvPr id="0" name=""/>
        <dsp:cNvSpPr/>
      </dsp:nvSpPr>
      <dsp:spPr>
        <a:xfrm>
          <a:off x="0" y="2493743"/>
          <a:ext cx="6353510" cy="1168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Token Management adds overhead</a:t>
          </a:r>
        </a:p>
      </dsp:txBody>
      <dsp:txXfrm>
        <a:off x="57058" y="2550801"/>
        <a:ext cx="6239394" cy="105471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A620F5-051B-674B-ACCD-A022620026D5}">
      <dsp:nvSpPr>
        <dsp:cNvPr id="0" name=""/>
        <dsp:cNvSpPr/>
      </dsp:nvSpPr>
      <dsp:spPr>
        <a:xfrm>
          <a:off x="0" y="54659"/>
          <a:ext cx="5700206" cy="11536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Securely grants limited access to resources</a:t>
          </a:r>
        </a:p>
      </dsp:txBody>
      <dsp:txXfrm>
        <a:off x="56315" y="110974"/>
        <a:ext cx="5587576" cy="1040990"/>
      </dsp:txXfrm>
    </dsp:sp>
    <dsp:sp modelId="{A984F932-B866-6542-AAC9-ED20414C14DB}">
      <dsp:nvSpPr>
        <dsp:cNvPr id="0" name=""/>
        <dsp:cNvSpPr/>
      </dsp:nvSpPr>
      <dsp:spPr>
        <a:xfrm>
          <a:off x="0" y="1291799"/>
          <a:ext cx="5700206" cy="11536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Widely supported by major platforms (Google, Facebook)</a:t>
          </a:r>
        </a:p>
      </dsp:txBody>
      <dsp:txXfrm>
        <a:off x="56315" y="1348114"/>
        <a:ext cx="5587576" cy="1040990"/>
      </dsp:txXfrm>
    </dsp:sp>
    <dsp:sp modelId="{5960E4F7-3CF6-454F-92FF-7F73B7C82E4B}">
      <dsp:nvSpPr>
        <dsp:cNvPr id="0" name=""/>
        <dsp:cNvSpPr/>
      </dsp:nvSpPr>
      <dsp:spPr>
        <a:xfrm>
          <a:off x="0" y="2483010"/>
          <a:ext cx="5700206" cy="11536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Does not require sharing user passwords</a:t>
          </a:r>
        </a:p>
      </dsp:txBody>
      <dsp:txXfrm>
        <a:off x="56315" y="2539325"/>
        <a:ext cx="5587576" cy="104099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EB581E-F19B-C344-9066-2A80F4294E90}">
      <dsp:nvSpPr>
        <dsp:cNvPr id="0" name=""/>
        <dsp:cNvSpPr/>
      </dsp:nvSpPr>
      <dsp:spPr>
        <a:xfrm>
          <a:off x="0" y="56826"/>
          <a:ext cx="6649844" cy="1168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More Complex to implement than OAuth alone</a:t>
          </a:r>
        </a:p>
      </dsp:txBody>
      <dsp:txXfrm>
        <a:off x="57058" y="113884"/>
        <a:ext cx="6535728" cy="1054714"/>
      </dsp:txXfrm>
    </dsp:sp>
    <dsp:sp modelId="{6C8BA330-73CC-D340-B0CF-46A2A1FF0A68}">
      <dsp:nvSpPr>
        <dsp:cNvPr id="0" name=""/>
        <dsp:cNvSpPr/>
      </dsp:nvSpPr>
      <dsp:spPr>
        <a:xfrm>
          <a:off x="0" y="1303416"/>
          <a:ext cx="6649844" cy="1168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Dependent on third-party provider reliability</a:t>
          </a:r>
        </a:p>
      </dsp:txBody>
      <dsp:txXfrm>
        <a:off x="57058" y="1360474"/>
        <a:ext cx="6535728" cy="1054714"/>
      </dsp:txXfrm>
    </dsp:sp>
    <dsp:sp modelId="{D166F537-3922-ED43-B6FB-2A997DCF918F}">
      <dsp:nvSpPr>
        <dsp:cNvPr id="0" name=""/>
        <dsp:cNvSpPr/>
      </dsp:nvSpPr>
      <dsp:spPr>
        <a:xfrm>
          <a:off x="0" y="2550006"/>
          <a:ext cx="6649844" cy="1168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Extra</a:t>
          </a:r>
          <a:r>
            <a:rPr lang="en-US" sz="2700" kern="1200" baseline="0" dirty="0"/>
            <a:t> Authorization can be cumbersome to users</a:t>
          </a:r>
          <a:endParaRPr lang="en-US" sz="2700" kern="1200" dirty="0"/>
        </a:p>
      </dsp:txBody>
      <dsp:txXfrm>
        <a:off x="57058" y="2607064"/>
        <a:ext cx="6535728" cy="105471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A620F5-051B-674B-ACCD-A022620026D5}">
      <dsp:nvSpPr>
        <dsp:cNvPr id="0" name=""/>
        <dsp:cNvSpPr/>
      </dsp:nvSpPr>
      <dsp:spPr>
        <a:xfrm>
          <a:off x="0" y="0"/>
          <a:ext cx="5812438" cy="1123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Adds authentication to OAuth’s authorization </a:t>
          </a:r>
        </a:p>
      </dsp:txBody>
      <dsp:txXfrm>
        <a:off x="54830" y="54830"/>
        <a:ext cx="5702778" cy="1013540"/>
      </dsp:txXfrm>
    </dsp:sp>
    <dsp:sp modelId="{A984F932-B866-6542-AAC9-ED20414C14DB}">
      <dsp:nvSpPr>
        <dsp:cNvPr id="0" name=""/>
        <dsp:cNvSpPr/>
      </dsp:nvSpPr>
      <dsp:spPr>
        <a:xfrm>
          <a:off x="0" y="1326230"/>
          <a:ext cx="5812438" cy="1123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Standardized and widely supported</a:t>
          </a:r>
        </a:p>
      </dsp:txBody>
      <dsp:txXfrm>
        <a:off x="54830" y="1381060"/>
        <a:ext cx="5702778" cy="1013540"/>
      </dsp:txXfrm>
    </dsp:sp>
    <dsp:sp modelId="{5960E4F7-3CF6-454F-92FF-7F73B7C82E4B}">
      <dsp:nvSpPr>
        <dsp:cNvPr id="0" name=""/>
        <dsp:cNvSpPr/>
      </dsp:nvSpPr>
      <dsp:spPr>
        <a:xfrm>
          <a:off x="0" y="2622231"/>
          <a:ext cx="5812438" cy="1123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Very secure, Verifies user is who they say they are</a:t>
          </a:r>
        </a:p>
      </dsp:txBody>
      <dsp:txXfrm>
        <a:off x="54830" y="2677061"/>
        <a:ext cx="5702778" cy="101354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57E421-741C-C044-A57D-6A38598E5C06}">
      <dsp:nvSpPr>
        <dsp:cNvPr id="0" name=""/>
        <dsp:cNvSpPr/>
      </dsp:nvSpPr>
      <dsp:spPr>
        <a:xfrm>
          <a:off x="0" y="0"/>
          <a:ext cx="11714127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The best approach is likely to assess each app the company is building and determine the level of security wanted.</a:t>
          </a:r>
        </a:p>
      </dsp:txBody>
      <dsp:txXfrm>
        <a:off x="46606" y="46606"/>
        <a:ext cx="11620915" cy="861507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1E9AB6-D543-2040-A640-6A731F5EEE28}">
      <dsp:nvSpPr>
        <dsp:cNvPr id="0" name=""/>
        <dsp:cNvSpPr/>
      </dsp:nvSpPr>
      <dsp:spPr>
        <a:xfrm>
          <a:off x="881837" y="0"/>
          <a:ext cx="1105524" cy="1105524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C3C8BF-4835-BD49-8AA9-96B1B2097706}">
      <dsp:nvSpPr>
        <dsp:cNvPr id="0" name=""/>
        <dsp:cNvSpPr/>
      </dsp:nvSpPr>
      <dsp:spPr>
        <a:xfrm>
          <a:off x="992390" y="110552"/>
          <a:ext cx="884419" cy="884419"/>
        </a:xfrm>
        <a:prstGeom prst="pie">
          <a:avLst>
            <a:gd name="adj1" fmla="val 126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515315E-319E-3E49-8B30-8E0F17D1A136}">
      <dsp:nvSpPr>
        <dsp:cNvPr id="0" name=""/>
        <dsp:cNvSpPr/>
      </dsp:nvSpPr>
      <dsp:spPr>
        <a:xfrm rot="16200000">
          <a:off x="-389515" y="2487430"/>
          <a:ext cx="3206021" cy="663314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SSO: </a:t>
          </a:r>
        </a:p>
      </dsp:txBody>
      <dsp:txXfrm>
        <a:off x="-389515" y="2487430"/>
        <a:ext cx="3206021" cy="663314"/>
      </dsp:txXfrm>
    </dsp:sp>
    <dsp:sp modelId="{2860C759-2502-AB44-9C3E-C129495CA484}">
      <dsp:nvSpPr>
        <dsp:cNvPr id="0" name=""/>
        <dsp:cNvSpPr/>
      </dsp:nvSpPr>
      <dsp:spPr>
        <a:xfrm>
          <a:off x="1655705" y="0"/>
          <a:ext cx="2211049" cy="4422099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Best for internal enterprise apps with multiple logins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Best used for internal systems like HR platforms and Internal applications.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Allows you to use one login across multiple systems</a:t>
          </a:r>
        </a:p>
      </dsp:txBody>
      <dsp:txXfrm>
        <a:off x="1655705" y="0"/>
        <a:ext cx="2211049" cy="4422099"/>
      </dsp:txXfrm>
    </dsp:sp>
    <dsp:sp modelId="{DAA2459E-9CD1-F148-9ACF-30C1A171AC1C}">
      <dsp:nvSpPr>
        <dsp:cNvPr id="0" name=""/>
        <dsp:cNvSpPr/>
      </dsp:nvSpPr>
      <dsp:spPr>
        <a:xfrm>
          <a:off x="4364605" y="0"/>
          <a:ext cx="1105524" cy="1105524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D6E8F8-FFC8-8641-9346-7023DE73A881}">
      <dsp:nvSpPr>
        <dsp:cNvPr id="0" name=""/>
        <dsp:cNvSpPr/>
      </dsp:nvSpPr>
      <dsp:spPr>
        <a:xfrm>
          <a:off x="4475157" y="110552"/>
          <a:ext cx="884419" cy="884419"/>
        </a:xfrm>
        <a:prstGeom prst="pie">
          <a:avLst>
            <a:gd name="adj1" fmla="val 90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A740B17-4CB1-254D-B0E6-DA9AD999689F}">
      <dsp:nvSpPr>
        <dsp:cNvPr id="0" name=""/>
        <dsp:cNvSpPr/>
      </dsp:nvSpPr>
      <dsp:spPr>
        <a:xfrm rot="16200000">
          <a:off x="3093251" y="2487430"/>
          <a:ext cx="3206021" cy="663314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OAuth: </a:t>
          </a:r>
        </a:p>
      </dsp:txBody>
      <dsp:txXfrm>
        <a:off x="3093251" y="2487430"/>
        <a:ext cx="3206021" cy="663314"/>
      </dsp:txXfrm>
    </dsp:sp>
    <dsp:sp modelId="{48B9640E-D0EA-A540-85A4-73CEF2737336}">
      <dsp:nvSpPr>
        <dsp:cNvPr id="0" name=""/>
        <dsp:cNvSpPr/>
      </dsp:nvSpPr>
      <dsp:spPr>
        <a:xfrm>
          <a:off x="5138472" y="0"/>
          <a:ext cx="2211049" cy="4422099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Best for granting apps API access without sharing passwords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Used when applications need to access data or services on the behalf of a user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Ideal for generating reports or integrations where the user should not have </a:t>
          </a:r>
          <a:r>
            <a:rPr lang="en-US" sz="1700" b="1" i="1" kern="1200"/>
            <a:t>direct</a:t>
          </a:r>
          <a:r>
            <a:rPr lang="en-US" sz="1700" b="1" kern="1200"/>
            <a:t> </a:t>
          </a:r>
          <a:r>
            <a:rPr lang="en-US" sz="1700" kern="1200"/>
            <a:t>database access.</a:t>
          </a:r>
        </a:p>
      </dsp:txBody>
      <dsp:txXfrm>
        <a:off x="5138472" y="0"/>
        <a:ext cx="2211049" cy="4422099"/>
      </dsp:txXfrm>
    </dsp:sp>
    <dsp:sp modelId="{EDF0BC4F-A697-7744-BA93-E3580814A06F}">
      <dsp:nvSpPr>
        <dsp:cNvPr id="0" name=""/>
        <dsp:cNvSpPr/>
      </dsp:nvSpPr>
      <dsp:spPr>
        <a:xfrm>
          <a:off x="7847372" y="0"/>
          <a:ext cx="1105524" cy="1105524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379FDE-43B5-BB47-9004-75BFF32964BA}">
      <dsp:nvSpPr>
        <dsp:cNvPr id="0" name=""/>
        <dsp:cNvSpPr/>
      </dsp:nvSpPr>
      <dsp:spPr>
        <a:xfrm>
          <a:off x="7957924" y="110552"/>
          <a:ext cx="884419" cy="884419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4C4450E-4857-6247-929A-94C360A3F2D9}">
      <dsp:nvSpPr>
        <dsp:cNvPr id="0" name=""/>
        <dsp:cNvSpPr/>
      </dsp:nvSpPr>
      <dsp:spPr>
        <a:xfrm rot="16200000">
          <a:off x="6576018" y="2487430"/>
          <a:ext cx="3206021" cy="663314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OIDC: </a:t>
          </a:r>
        </a:p>
      </dsp:txBody>
      <dsp:txXfrm>
        <a:off x="6576018" y="2487430"/>
        <a:ext cx="3206021" cy="663314"/>
      </dsp:txXfrm>
    </dsp:sp>
    <dsp:sp modelId="{8686931B-1888-3440-9D71-EC4F165761F4}">
      <dsp:nvSpPr>
        <dsp:cNvPr id="0" name=""/>
        <dsp:cNvSpPr/>
      </dsp:nvSpPr>
      <dsp:spPr>
        <a:xfrm>
          <a:off x="8621239" y="0"/>
          <a:ext cx="2211049" cy="4422099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Best for secure authentication with identity verification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Ensures the user is who they claim to be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When the applications require secure login and a </a:t>
          </a:r>
          <a:r>
            <a:rPr lang="en-US" sz="1700" b="1" kern="1200"/>
            <a:t>verified</a:t>
          </a:r>
          <a:r>
            <a:rPr lang="en-US" sz="1700" i="1" kern="1200"/>
            <a:t> </a:t>
          </a:r>
          <a:r>
            <a:rPr lang="en-US" sz="1700" kern="1200"/>
            <a:t>user identity.  </a:t>
          </a:r>
        </a:p>
      </dsp:txBody>
      <dsp:txXfrm>
        <a:off x="8621239" y="0"/>
        <a:ext cx="2211049" cy="4422099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E2CBFD-F78E-2647-A460-84C932289235}">
      <dsp:nvSpPr>
        <dsp:cNvPr id="0" name=""/>
        <dsp:cNvSpPr/>
      </dsp:nvSpPr>
      <dsp:spPr>
        <a:xfrm>
          <a:off x="2664754" y="3071584"/>
          <a:ext cx="3256921" cy="3256921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OIDC verifies Identity</a:t>
          </a:r>
        </a:p>
      </dsp:txBody>
      <dsp:txXfrm>
        <a:off x="3319540" y="3834502"/>
        <a:ext cx="1947349" cy="1674125"/>
      </dsp:txXfrm>
    </dsp:sp>
    <dsp:sp modelId="{48A7A8CD-05AF-7D44-807C-1AAE53A72D17}">
      <dsp:nvSpPr>
        <dsp:cNvPr id="0" name=""/>
        <dsp:cNvSpPr/>
      </dsp:nvSpPr>
      <dsp:spPr>
        <a:xfrm>
          <a:off x="769817" y="2301766"/>
          <a:ext cx="2368670" cy="2368670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OAuth controls access</a:t>
          </a:r>
        </a:p>
      </dsp:txBody>
      <dsp:txXfrm>
        <a:off x="1366137" y="2901690"/>
        <a:ext cx="1176030" cy="1168822"/>
      </dsp:txXfrm>
    </dsp:sp>
    <dsp:sp modelId="{D31D0C68-3B38-6546-A5D7-52734E562BC4}">
      <dsp:nvSpPr>
        <dsp:cNvPr id="0" name=""/>
        <dsp:cNvSpPr/>
      </dsp:nvSpPr>
      <dsp:spPr>
        <a:xfrm rot="20700000">
          <a:off x="2096515" y="667625"/>
          <a:ext cx="2320813" cy="2320813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SSO Simplifies Access</a:t>
          </a:r>
        </a:p>
      </dsp:txBody>
      <dsp:txXfrm rot="-20700000">
        <a:off x="2605537" y="1176647"/>
        <a:ext cx="1302768" cy="1302768"/>
      </dsp:txXfrm>
    </dsp:sp>
    <dsp:sp modelId="{46AE55C5-09DB-0245-8401-8565AEA1B7EE}">
      <dsp:nvSpPr>
        <dsp:cNvPr id="0" name=""/>
        <dsp:cNvSpPr/>
      </dsp:nvSpPr>
      <dsp:spPr>
        <a:xfrm>
          <a:off x="2433725" y="2569004"/>
          <a:ext cx="4168859" cy="4168859"/>
        </a:xfrm>
        <a:prstGeom prst="circularArrow">
          <a:avLst>
            <a:gd name="adj1" fmla="val 4688"/>
            <a:gd name="adj2" fmla="val 299029"/>
            <a:gd name="adj3" fmla="val 2546264"/>
            <a:gd name="adj4" fmla="val 15797897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68009E-B123-184A-91B3-E574C9DBAF0C}">
      <dsp:nvSpPr>
        <dsp:cNvPr id="0" name=""/>
        <dsp:cNvSpPr/>
      </dsp:nvSpPr>
      <dsp:spPr>
        <a:xfrm>
          <a:off x="641320" y="1764077"/>
          <a:ext cx="3028937" cy="3028937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9082B5-3276-6049-828E-FB73BA31E549}">
      <dsp:nvSpPr>
        <dsp:cNvPr id="0" name=""/>
        <dsp:cNvSpPr/>
      </dsp:nvSpPr>
      <dsp:spPr>
        <a:xfrm>
          <a:off x="1559686" y="151866"/>
          <a:ext cx="3265804" cy="3265804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9/3/layout/PieProcess">
  <dgm:title val=""/>
  <dgm:desc val=""/>
  <dgm:catLst>
    <dgm:cat type="list" pri="8600"/>
    <dgm:cat type="process" pri="4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</dgm:alg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w" for="ch" forName="ParentComposite" refType="w" fact="0.5"/>
      <dgm:constr type="h" for="ch" forName="ParentComposite" refType="h"/>
      <dgm:constr type="w" for="ch" forName="negSibTrans" refType="h" refFor="ch" refForName="composite" fact="-0.075"/>
      <dgm:constr type="w" for="ch" forName="sibTrans" refType="w" refFor="ch" refForName="composite" fact="0.0425"/>
    </dgm:constrLst>
    <dgm:forEach name="nodesForEach" axis="ch" ptType="node" cnt="7">
      <dgm:layoutNode name="ParentComposite">
        <dgm:alg type="composite">
          <dgm:param type="ar" val="0.25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Parent" refType="w" fact="0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l" for="ch" forName="Chord" refType="w" fact="0"/>
              <dgm:constr type="t" for="ch" forName="Chord" refType="h" fact="0"/>
              <dgm:constr type="w" for="ch" forName="Chord" refType="w"/>
              <dgm:constr type="h" for="ch" forName="Chord" refType="h" fact="0.25"/>
              <dgm:constr type="l" for="ch" forName="Pie" refType="w" fact="0.1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if>
          <dgm:else name="Name6">
            <dgm:constrLst>
              <dgm:constr type="r" for="ch" forName="Parent" refType="w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r" for="ch" forName="Chord" refType="w"/>
              <dgm:constr type="t" for="ch" forName="Chord" refType="h" fact="0"/>
              <dgm:constr type="w" for="ch" forName="Chord" refType="w"/>
              <dgm:constr type="h" for="ch" forName="Chord" refType="h" fact="0.25"/>
              <dgm:constr type="r" for="ch" forName="Pie" refType="w" fact="0.9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else>
        </dgm:choose>
        <dgm:layoutNode name="Chord" styleLbl="bgShp">
          <dgm:alg type="sp"/>
          <dgm:choose name="Name7">
            <dgm:if name="Name8" func="var" arg="dir" op="equ" val="norm">
              <dgm:shape xmlns:r="http://schemas.openxmlformats.org/officeDocument/2006/relationships" type="chord" r:blip="">
                <dgm:adjLst>
                  <dgm:adj idx="1" val="80"/>
                  <dgm:adj idx="2" val="-80"/>
                </dgm:adjLst>
              </dgm:shape>
            </dgm:if>
            <dgm:else name="Name9">
              <dgm:shape xmlns:r="http://schemas.openxmlformats.org/officeDocument/2006/relationships" rot="180" type="chord" r:blip="">
                <dgm:adjLst>
                  <dgm:adj idx="1" val="80"/>
                  <dgm:adj idx="2" val="-80"/>
                </dgm:adjLst>
              </dgm:shape>
            </dgm:else>
          </dgm:choose>
          <dgm:presOf/>
        </dgm:layoutNode>
        <dgm:layoutNode name="Pie" styleLbl="alignNode1">
          <dgm:alg type="sp"/>
          <dgm:choose name="Name10">
            <dgm:if name="Name11" func="var" arg="dir" op="equ" val="norm">
              <dgm:choose name="Name12">
                <dgm:if name="Name13" axis="precedSib" ptType="node" func="cnt" op="equ" val="0">
                  <dgm:choose name="Name14">
                    <dgm:if name="Name1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1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17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if name="Name18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35"/>
                          <dgm:adj idx="2" val="-90"/>
                        </dgm:adjLst>
                      </dgm:shape>
                    </dgm:if>
                    <dgm:if name="Name19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26"/>
                          <dgm:adj idx="2" val="-90"/>
                        </dgm:adjLst>
                      </dgm:shape>
                    </dgm:if>
                    <dgm:if name="Name20" axis="followSib" ptType="node" func="cnt" op="equ" val="5">
                      <dgm:shape xmlns:r="http://schemas.openxmlformats.org/officeDocument/2006/relationships" type="pie" r:blip="">
                        <dgm:adjLst>
                          <dgm:adj idx="1" val="-120"/>
                          <dgm:adj idx="2" val="-90"/>
                        </dgm:adjLst>
                      </dgm:shape>
                    </dgm:if>
                    <dgm:else name="Name21">
                      <dgm:shape xmlns:r="http://schemas.openxmlformats.org/officeDocument/2006/relationships" type="pie" r:blip="">
                        <dgm:adjLst>
                          <dgm:adj idx="1" val="-115.7143"/>
                          <dgm:adj idx="2" val="-90"/>
                        </dgm:adjLst>
                      </dgm:shape>
                    </dgm:else>
                  </dgm:choose>
                </dgm:if>
                <dgm:if name="Name22" axis="precedSib" ptType="node" func="cnt" op="equ" val="1">
                  <dgm:choose name="Name23">
                    <dgm:if name="Name24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25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if name="Name26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27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62"/>
                          <dgm:adj idx="2" val="-90"/>
                        </dgm:adjLst>
                      </dgm:shape>
                    </dgm:if>
                    <dgm:if name="Name28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else name="Name29">
                      <dgm:shape xmlns:r="http://schemas.openxmlformats.org/officeDocument/2006/relationships" type="pie" r:blip="">
                        <dgm:adjLst>
                          <dgm:adj idx="1" val="-141.4286"/>
                          <dgm:adj idx="2" val="-90"/>
                        </dgm:adjLst>
                      </dgm:shape>
                    </dgm:else>
                  </dgm:choose>
                </dgm:if>
                <dgm:if name="Name30" axis="precedSib" ptType="node" func="cnt" op="equ" val="2">
                  <dgm:choose name="Name31">
                    <dgm:if name="Name32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33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35"/>
                          <dgm:adj idx="2" val="-90"/>
                        </dgm:adjLst>
                      </dgm:shape>
                    </dgm:if>
                    <dgm:if name="Name34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62"/>
                          <dgm:adj idx="2" val="-90"/>
                        </dgm:adjLst>
                      </dgm:shape>
                    </dgm:if>
                    <dgm:if name="Name35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else name="Name36">
                      <dgm:shape xmlns:r="http://schemas.openxmlformats.org/officeDocument/2006/relationships" type="pie" r:blip="">
                        <dgm:adjLst>
                          <dgm:adj idx="1" val="-167.1429"/>
                          <dgm:adj idx="2" val="-90"/>
                        </dgm:adjLst>
                      </dgm:shape>
                    </dgm:else>
                  </dgm:choose>
                </dgm:if>
                <dgm:if name="Name37" axis="precedSib" ptType="node" func="cnt" op="equ" val="3">
                  <dgm:choose name="Name38">
                    <dgm:if name="Name39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0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6"/>
                          <dgm:adj idx="2" val="-90"/>
                        </dgm:adjLst>
                      </dgm:shape>
                    </dgm:if>
                    <dgm:if name="Name41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else name="Name42">
                      <dgm:shape xmlns:r="http://schemas.openxmlformats.org/officeDocument/2006/relationships" type="pie" r:blip="">
                        <dgm:adjLst>
                          <dgm:adj idx="1" val="167.1429"/>
                          <dgm:adj idx="2" val="-90"/>
                        </dgm:adjLst>
                      </dgm:shape>
                    </dgm:else>
                  </dgm:choose>
                </dgm:if>
                <dgm:if name="Name43" axis="precedSib" ptType="node" func="cnt" op="equ" val="4">
                  <dgm:choose name="Name44">
                    <dgm:if name="Name4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0"/>
                          <dgm:adj idx="2" val="-90"/>
                        </dgm:adjLst>
                      </dgm:shape>
                    </dgm:if>
                    <dgm:else name="Name47">
                      <dgm:shape xmlns:r="http://schemas.openxmlformats.org/officeDocument/2006/relationships" type="pie" r:blip="">
                        <dgm:adjLst>
                          <dgm:adj idx="1" val="141.4286"/>
                          <dgm:adj idx="2" val="-90"/>
                        </dgm:adjLst>
                      </dgm:shape>
                    </dgm:else>
                  </dgm:choose>
                </dgm:if>
                <dgm:if name="Name48" axis="precedSib" ptType="node" func="cnt" op="equ" val="5">
                  <dgm:choose name="Name49">
                    <dgm:if name="Name50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51">
                      <dgm:shape xmlns:r="http://schemas.openxmlformats.org/officeDocument/2006/relationships" type="pie" r:blip="">
                        <dgm:adjLst>
                          <dgm:adj idx="1" val="115.7143"/>
                          <dgm:adj idx="2" val="-90"/>
                        </dgm:adjLst>
                      </dgm:shape>
                    </dgm:else>
                  </dgm:choose>
                </dgm:if>
                <dgm:else name="Name52">
                  <dgm:shape xmlns:r="http://schemas.openxmlformats.org/officeDocument/2006/relationships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if>
            <dgm:else name="Name53">
              <dgm:choose name="Name54">
                <dgm:if name="Name55" axis="precedSib" ptType="node" func="cnt" op="equ" val="0">
                  <dgm:choose name="Name56">
                    <dgm:if name="Name5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5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59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if name="Name60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35"/>
                        </dgm:adjLst>
                      </dgm:shape>
                    </dgm:if>
                    <dgm:if name="Name61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6"/>
                        </dgm:adjLst>
                      </dgm:shape>
                    </dgm:if>
                    <dgm:if name="Name62" axis="followSib" ptType="node" func="cnt" op="equ" val="5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0"/>
                        </dgm:adjLst>
                      </dgm:shape>
                    </dgm:if>
                    <dgm:else name="Name6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15.7143"/>
                        </dgm:adjLst>
                      </dgm:shape>
                    </dgm:else>
                  </dgm:choose>
                </dgm:if>
                <dgm:if name="Name64" axis="precedSib" ptType="node" func="cnt" op="equ" val="1">
                  <dgm:choose name="Name65">
                    <dgm:if name="Name66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67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if name="Name68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69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2"/>
                        </dgm:adjLst>
                      </dgm:shape>
                    </dgm:if>
                    <dgm:if name="Name70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else name="Name7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41.4286"/>
                        </dgm:adjLst>
                      </dgm:shape>
                    </dgm:else>
                  </dgm:choose>
                </dgm:if>
                <dgm:if name="Name72" axis="precedSib" ptType="node" func="cnt" op="equ" val="2">
                  <dgm:choose name="Name73">
                    <dgm:if name="Name74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75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35"/>
                        </dgm:adjLst>
                      </dgm:shape>
                    </dgm:if>
                    <dgm:if name="Name76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2"/>
                        </dgm:adjLst>
                      </dgm:shape>
                    </dgm:if>
                    <dgm:if name="Name77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else name="Name78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7.1429"/>
                        </dgm:adjLst>
                      </dgm:shape>
                    </dgm:else>
                  </dgm:choose>
                </dgm:if>
                <dgm:if name="Name79" axis="precedSib" ptType="node" func="cnt" op="equ" val="3">
                  <dgm:choose name="Name80">
                    <dgm:if name="Name81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2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6"/>
                        </dgm:adjLst>
                      </dgm:shape>
                    </dgm:if>
                    <dgm:if name="Name83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else name="Name8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7.1429"/>
                        </dgm:adjLst>
                      </dgm:shape>
                    </dgm:else>
                  </dgm:choose>
                </dgm:if>
                <dgm:if name="Name85" axis="precedSib" ptType="node" func="cnt" op="equ" val="4">
                  <dgm:choose name="Name86">
                    <dgm:if name="Name8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0"/>
                        </dgm:adjLst>
                      </dgm:shape>
                    </dgm:if>
                    <dgm:else name="Name89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41.4286"/>
                        </dgm:adjLst>
                      </dgm:shape>
                    </dgm:else>
                  </dgm:choose>
                </dgm:if>
                <dgm:if name="Name90" axis="precedSib" ptType="node" func="cnt" op="equ" val="5">
                  <dgm:choose name="Name91">
                    <dgm:if name="Name92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9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15.7143"/>
                        </dgm:adjLst>
                      </dgm:shape>
                    </dgm:else>
                  </dgm:choose>
                </dgm:if>
                <dgm:else name="Name94">
                  <dgm:shape xmlns:r="http://schemas.openxmlformats.org/officeDocument/2006/relationships" rot="180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else>
          </dgm:choose>
          <dgm:presOf/>
        </dgm:layoutNode>
        <dgm:layoutNode name="Parent" styleLbl="revTx">
          <dgm:varLst>
            <dgm:chMax val="1"/>
            <dgm:chPref val="1"/>
            <dgm:bulletEnabled val="1"/>
          </dgm:varLst>
          <dgm:choose name="Name95">
            <dgm:if name="Name96" func="var" arg="dir" op="equ" val="norm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autoTxRot" val="grav"/>
              </dgm:alg>
            </dgm:if>
            <dgm:else name="Name97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autoTxRot" val="grav"/>
              </dgm:alg>
            </dgm:else>
          </dgm:choose>
          <dgm:choose name="Name98">
            <dgm:if name="Name99" func="var" arg="dir" op="equ" val="norm">
              <dgm:shape xmlns:r="http://schemas.openxmlformats.org/officeDocument/2006/relationships" rot="-90" type="rect" r:blip="">
                <dgm:adjLst/>
              </dgm:shape>
            </dgm:if>
            <dgm:else name="Name100">
              <dgm:shape xmlns:r="http://schemas.openxmlformats.org/officeDocument/2006/relationships" rot="90" type="rect" r:blip="">
                <dgm:adjLst/>
              </dgm:shape>
            </dgm:else>
          </dgm:choose>
          <dgm:presOf axis="self" ptType="node"/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</dgm:layoutNode>
      <dgm:choose name="Name101">
        <dgm:if name="Name102" axis="ch" ptType="node" func="cnt" op="gte" val="1">
          <dgm:forEach name="negSibTransForEach" axis="ch" ptType="sibTrans" hideLastTrans="0" cnt="1">
            <dgm:layoutNode name="neg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  <dgm:layoutNode name="composite">
            <dgm:alg type="composite">
              <dgm:param type="ar" val="0.5"/>
            </dgm:alg>
            <dgm:shape xmlns:r="http://schemas.openxmlformats.org/officeDocument/2006/relationships" r:blip="">
              <dgm:adjLst/>
            </dgm:shape>
            <dgm:choose name="Name103">
              <dgm:if name="Name104" func="var" arg="dir" op="equ" val="norm">
                <dgm:constrLst>
                  <dgm:constr type="l" for="ch" forName="Child" refType="w" fact="0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if>
              <dgm:else name="Name105">
                <dgm:constrLst>
                  <dgm:constr type="r" for="ch" forName="Child" refType="w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else>
            </dgm:choose>
            <dgm:ruleLst/>
            <dgm:layoutNode name="Child" styleLbl="revTx">
              <dgm:varLst>
                <dgm:chMax val="0"/>
                <dgm:chPref val="0"/>
                <dgm:bulletEnabled val="1"/>
              </dgm:varLst>
              <dgm:choose name="Name106">
                <dgm:if name="Name107" func="var" arg="dir" op="equ" val="norm">
                  <dgm:alg type="tx">
                    <dgm:param type="parTxLTRAlign" val="l"/>
                    <dgm:param type="parTxRTLAlign" val="r"/>
                    <dgm:param type="txAnchorVert" val="t"/>
                  </dgm:alg>
                </dgm:if>
                <dgm:else name="Name108">
                  <dgm:alg type="tx">
                    <dgm:param type="parTxLTRAlign" val="r"/>
                    <dgm:param type="parTxRTLAlign" val="l"/>
                    <dgm:param type="txAnchorVert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"/>
                <dgm:constr type="rMarg" refType="primFontSz" fact="0"/>
                <dgm:constr type="tMarg" refType="primFontSz" fact="0"/>
                <dgm:constr type="bMarg" refType="primFontSz" fact="0"/>
              </dgm:constrLst>
              <dgm:ruleLst>
                <dgm:rule type="primFontSz" val="5" fact="NaN" max="NaN"/>
              </dgm:ruleLst>
            </dgm:layoutNode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</dgm:if>
        <dgm:else name="Name109"/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119ED7-1E40-C14A-B8DE-7EF12608C4ED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CF733C-724E-F942-8A75-E933A8B5F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44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F733C-724E-F942-8A75-E933A8B5F1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07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F733C-724E-F942-8A75-E933A8B5F1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135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F733C-724E-F942-8A75-E933A8B5F1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89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F733C-724E-F942-8A75-E933A8B5F1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856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1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42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759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1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291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1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140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1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503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1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33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1">
              <a:rPr lang="en-US" smtClean="0"/>
              <a:t>3/24/26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1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1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553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1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092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1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851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1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30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1">
              <a:rPr lang="en-US" smtClean="0"/>
              <a:t>3/24/26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825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11" r:id="rId6"/>
    <p:sldLayoutId id="2147483706" r:id="rId7"/>
    <p:sldLayoutId id="2147483707" r:id="rId8"/>
    <p:sldLayoutId id="2147483708" r:id="rId9"/>
    <p:sldLayoutId id="2147483710" r:id="rId10"/>
    <p:sldLayoutId id="214748370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13" Type="http://schemas.openxmlformats.org/officeDocument/2006/relationships/diagramData" Target="../diagrams/data5.xml"/><Relationship Id="rId18" Type="http://schemas.openxmlformats.org/officeDocument/2006/relationships/diagramData" Target="../diagrams/data6.xml"/><Relationship Id="rId26" Type="http://schemas.openxmlformats.org/officeDocument/2006/relationships/diagramColors" Target="../diagrams/colors7.xml"/><Relationship Id="rId3" Type="http://schemas.openxmlformats.org/officeDocument/2006/relationships/diagramData" Target="../diagrams/data3.xml"/><Relationship Id="rId21" Type="http://schemas.openxmlformats.org/officeDocument/2006/relationships/diagramColors" Target="../diagrams/colors6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17" Type="http://schemas.microsoft.com/office/2007/relationships/diagramDrawing" Target="../diagrams/drawing5.xml"/><Relationship Id="rId25" Type="http://schemas.openxmlformats.org/officeDocument/2006/relationships/diagramQuickStyle" Target="../diagrams/quickStyle7.xml"/><Relationship Id="rId2" Type="http://schemas.openxmlformats.org/officeDocument/2006/relationships/notesSlide" Target="../notesSlides/notesSlide3.xml"/><Relationship Id="rId16" Type="http://schemas.openxmlformats.org/officeDocument/2006/relationships/diagramColors" Target="../diagrams/colors5.xml"/><Relationship Id="rId20" Type="http://schemas.openxmlformats.org/officeDocument/2006/relationships/diagramQuickStyle" Target="../diagrams/quickStyle6.xml"/><Relationship Id="rId29" Type="http://schemas.openxmlformats.org/officeDocument/2006/relationships/diagramLayout" Target="../diagrams/layout8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24" Type="http://schemas.openxmlformats.org/officeDocument/2006/relationships/diagramLayout" Target="../diagrams/layout7.xml"/><Relationship Id="rId32" Type="http://schemas.microsoft.com/office/2007/relationships/diagramDrawing" Target="../diagrams/drawing8.xml"/><Relationship Id="rId5" Type="http://schemas.openxmlformats.org/officeDocument/2006/relationships/diagramQuickStyle" Target="../diagrams/quickStyle3.xml"/><Relationship Id="rId15" Type="http://schemas.openxmlformats.org/officeDocument/2006/relationships/diagramQuickStyle" Target="../diagrams/quickStyle5.xml"/><Relationship Id="rId23" Type="http://schemas.openxmlformats.org/officeDocument/2006/relationships/diagramData" Target="../diagrams/data7.xml"/><Relationship Id="rId28" Type="http://schemas.openxmlformats.org/officeDocument/2006/relationships/diagramData" Target="../diagrams/data8.xml"/><Relationship Id="rId10" Type="http://schemas.openxmlformats.org/officeDocument/2006/relationships/diagramQuickStyle" Target="../diagrams/quickStyle4.xml"/><Relationship Id="rId19" Type="http://schemas.openxmlformats.org/officeDocument/2006/relationships/diagramLayout" Target="../diagrams/layout6.xml"/><Relationship Id="rId31" Type="http://schemas.openxmlformats.org/officeDocument/2006/relationships/diagramColors" Target="../diagrams/colors8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Relationship Id="rId14" Type="http://schemas.openxmlformats.org/officeDocument/2006/relationships/diagramLayout" Target="../diagrams/layout5.xml"/><Relationship Id="rId22" Type="http://schemas.microsoft.com/office/2007/relationships/diagramDrawing" Target="../diagrams/drawing6.xml"/><Relationship Id="rId27" Type="http://schemas.microsoft.com/office/2007/relationships/diagramDrawing" Target="../diagrams/drawing7.xml"/><Relationship Id="rId30" Type="http://schemas.openxmlformats.org/officeDocument/2006/relationships/diagramQuickStyle" Target="../diagrams/quickStyle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0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2.xml"/><Relationship Id="rId3" Type="http://schemas.openxmlformats.org/officeDocument/2006/relationships/diagramLayout" Target="../diagrams/layout11.xml"/><Relationship Id="rId7" Type="http://schemas.openxmlformats.org/officeDocument/2006/relationships/diagramData" Target="../diagrams/data12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.xml"/><Relationship Id="rId11" Type="http://schemas.microsoft.com/office/2007/relationships/diagramDrawing" Target="../diagrams/drawing12.xml"/><Relationship Id="rId5" Type="http://schemas.openxmlformats.org/officeDocument/2006/relationships/diagramColors" Target="../diagrams/colors11.xml"/><Relationship Id="rId10" Type="http://schemas.openxmlformats.org/officeDocument/2006/relationships/diagramColors" Target="../diagrams/colors12.xml"/><Relationship Id="rId4" Type="http://schemas.openxmlformats.org/officeDocument/2006/relationships/diagramQuickStyle" Target="../diagrams/quickStyle11.xml"/><Relationship Id="rId9" Type="http://schemas.openxmlformats.org/officeDocument/2006/relationships/diagramQuickStyle" Target="../diagrams/quickStyle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4.xml"/><Relationship Id="rId3" Type="http://schemas.openxmlformats.org/officeDocument/2006/relationships/diagramLayout" Target="../diagrams/layout13.xml"/><Relationship Id="rId7" Type="http://schemas.openxmlformats.org/officeDocument/2006/relationships/diagramData" Target="../diagrams/data14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11" Type="http://schemas.microsoft.com/office/2007/relationships/diagramDrawing" Target="../diagrams/drawing14.xml"/><Relationship Id="rId5" Type="http://schemas.openxmlformats.org/officeDocument/2006/relationships/diagramColors" Target="../diagrams/colors13.xml"/><Relationship Id="rId10" Type="http://schemas.openxmlformats.org/officeDocument/2006/relationships/diagramColors" Target="../diagrams/colors14.xml"/><Relationship Id="rId4" Type="http://schemas.openxmlformats.org/officeDocument/2006/relationships/diagramQuickStyle" Target="../diagrams/quickStyle13.xml"/><Relationship Id="rId9" Type="http://schemas.openxmlformats.org/officeDocument/2006/relationships/diagramQuickStyle" Target="../diagrams/quickStyle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6.xml"/><Relationship Id="rId3" Type="http://schemas.openxmlformats.org/officeDocument/2006/relationships/diagramLayout" Target="../diagrams/layout15.xml"/><Relationship Id="rId7" Type="http://schemas.openxmlformats.org/officeDocument/2006/relationships/diagramData" Target="../diagrams/data16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11" Type="http://schemas.microsoft.com/office/2007/relationships/diagramDrawing" Target="../diagrams/drawing16.xml"/><Relationship Id="rId5" Type="http://schemas.openxmlformats.org/officeDocument/2006/relationships/diagramColors" Target="../diagrams/colors15.xml"/><Relationship Id="rId10" Type="http://schemas.openxmlformats.org/officeDocument/2006/relationships/diagramColors" Target="../diagrams/colors16.xml"/><Relationship Id="rId4" Type="http://schemas.openxmlformats.org/officeDocument/2006/relationships/diagramQuickStyle" Target="../diagrams/quickStyle15.xml"/><Relationship Id="rId9" Type="http://schemas.openxmlformats.org/officeDocument/2006/relationships/diagramQuickStyle" Target="../diagrams/quickStyle1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A6B3B35-324C-0E4F-9288-7DF50CE9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882ADC-4C4D-0550-7896-95C5101083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746" y="4823094"/>
            <a:ext cx="11206313" cy="928567"/>
          </a:xfrm>
        </p:spPr>
        <p:txBody>
          <a:bodyPr anchor="b">
            <a:normAutofit/>
          </a:bodyPr>
          <a:lstStyle/>
          <a:p>
            <a:pPr algn="ctr"/>
            <a:r>
              <a:rPr lang="en-US" sz="4800" dirty="0"/>
              <a:t>Authentication Management Options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38D4AF-2ED9-9860-5D59-C9F3F35D5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218" y="5811586"/>
            <a:ext cx="11203841" cy="539804"/>
          </a:xfrm>
        </p:spPr>
        <p:txBody>
          <a:bodyPr anchor="t">
            <a:noAutofit/>
          </a:bodyPr>
          <a:lstStyle/>
          <a:p>
            <a:r>
              <a:rPr lang="en-US" sz="2800" dirty="0"/>
              <a:t>Comparing SSO, OAuth, and OpenID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41DCD1-CBCB-97CF-8AEC-4551CC2C1E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184" b="19287"/>
          <a:stretch>
            <a:fillRect/>
          </a:stretch>
        </p:blipFill>
        <p:spPr>
          <a:xfrm>
            <a:off x="20" y="10"/>
            <a:ext cx="12191979" cy="4763159"/>
          </a:xfrm>
          <a:custGeom>
            <a:avLst/>
            <a:gdLst/>
            <a:ahLst/>
            <a:cxnLst/>
            <a:rect l="l" t="t" r="r" b="b"/>
            <a:pathLst>
              <a:path w="12191999" h="4763169">
                <a:moveTo>
                  <a:pt x="0" y="0"/>
                </a:moveTo>
                <a:lnTo>
                  <a:pt x="12191999" y="0"/>
                </a:lnTo>
                <a:lnTo>
                  <a:pt x="12191999" y="4083630"/>
                </a:lnTo>
                <a:cubicBezTo>
                  <a:pt x="12191999" y="4458929"/>
                  <a:pt x="11887759" y="4763169"/>
                  <a:pt x="11512459" y="4763169"/>
                </a:cubicBezTo>
                <a:lnTo>
                  <a:pt x="6172519" y="4763169"/>
                </a:lnTo>
                <a:lnTo>
                  <a:pt x="5997087" y="4763169"/>
                </a:lnTo>
                <a:lnTo>
                  <a:pt x="657146" y="4763169"/>
                </a:lnTo>
                <a:cubicBezTo>
                  <a:pt x="375671" y="4763169"/>
                  <a:pt x="134167" y="4592034"/>
                  <a:pt x="31007" y="4348137"/>
                </a:cubicBezTo>
                <a:lnTo>
                  <a:pt x="0" y="4248250"/>
                </a:lnTo>
                <a:close/>
              </a:path>
            </a:pathLst>
          </a:cu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348F8B-2749-4995-98EE-6845380E2966}"/>
              </a:ext>
            </a:extLst>
          </p:cNvPr>
          <p:cNvSpPr txBox="1"/>
          <p:nvPr/>
        </p:nvSpPr>
        <p:spPr>
          <a:xfrm>
            <a:off x="5328147" y="6065399"/>
            <a:ext cx="6196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dirty="0"/>
              <a:t>Robert Breutzmann</a:t>
            </a:r>
          </a:p>
          <a:p>
            <a:pPr algn="r"/>
            <a:r>
              <a:rPr lang="en-US" sz="1200" dirty="0"/>
              <a:t>CSD 370: Secure Software Development</a:t>
            </a:r>
          </a:p>
          <a:p>
            <a:pPr algn="r"/>
            <a:r>
              <a:rPr lang="en-US" sz="1200" dirty="0"/>
              <a:t>Assignment 1.2 – Due March 29</a:t>
            </a:r>
            <a:r>
              <a:rPr lang="en-US" sz="1200" baseline="30000" dirty="0"/>
              <a:t>th</a:t>
            </a:r>
            <a:r>
              <a:rPr lang="en-US" sz="1200" dirty="0"/>
              <a:t>, 2026</a:t>
            </a:r>
          </a:p>
        </p:txBody>
      </p:sp>
    </p:spTree>
    <p:extLst>
      <p:ext uri="{BB962C8B-B14F-4D97-AF65-F5344CB8AC3E}">
        <p14:creationId xmlns:p14="http://schemas.microsoft.com/office/powerpoint/2010/main" val="857167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8CA9E9D-6A76-A56D-C4DE-0910EA872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3">
            <a:extLst>
              <a:ext uri="{FF2B5EF4-FFF2-40B4-BE49-F238E27FC236}">
                <a16:creationId xmlns:a16="http://schemas.microsoft.com/office/drawing/2014/main" id="{DFB7E5ED-F72A-DBA0-549D-BABA6DAC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40660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406593 h 6858000"/>
              <a:gd name="connsiteX3" fmla="*/ 12178573 w 12192000"/>
              <a:gd name="connsiteY3" fmla="*/ 2273403 h 6858000"/>
              <a:gd name="connsiteX4" fmla="*/ 11531070 w 12192000"/>
              <a:gd name="connsiteY4" fmla="*/ 1745673 h 6858000"/>
              <a:gd name="connsiteX5" fmla="*/ 660932 w 12192000"/>
              <a:gd name="connsiteY5" fmla="*/ 1745673 h 6858000"/>
              <a:gd name="connsiteX6" fmla="*/ 1 w 12192000"/>
              <a:gd name="connsiteY6" fmla="*/ 2406604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406593 h 6858000"/>
              <a:gd name="connsiteX3" fmla="*/ 12178573 w 12192000"/>
              <a:gd name="connsiteY3" fmla="*/ 2273403 h 6858000"/>
              <a:gd name="connsiteX4" fmla="*/ 11531070 w 12192000"/>
              <a:gd name="connsiteY4" fmla="*/ 1745673 h 6858000"/>
              <a:gd name="connsiteX5" fmla="*/ 660932 w 12192000"/>
              <a:gd name="connsiteY5" fmla="*/ 1745673 h 6858000"/>
              <a:gd name="connsiteX6" fmla="*/ 1 w 12192000"/>
              <a:gd name="connsiteY6" fmla="*/ 2406604 h 6858000"/>
              <a:gd name="connsiteX7" fmla="*/ 1 w 12192000"/>
              <a:gd name="connsiteY7" fmla="*/ 6858000 h 6858000"/>
              <a:gd name="connsiteX8" fmla="*/ 0 w 12192000"/>
              <a:gd name="connsiteY8" fmla="*/ 0 h 6858000"/>
              <a:gd name="connsiteX0" fmla="*/ 0 w 12192000"/>
              <a:gd name="connsiteY0" fmla="*/ 0 h 2406604"/>
              <a:gd name="connsiteX1" fmla="*/ 12192000 w 12192000"/>
              <a:gd name="connsiteY1" fmla="*/ 0 h 2406604"/>
              <a:gd name="connsiteX2" fmla="*/ 12192000 w 12192000"/>
              <a:gd name="connsiteY2" fmla="*/ 2406593 h 2406604"/>
              <a:gd name="connsiteX3" fmla="*/ 12178573 w 12192000"/>
              <a:gd name="connsiteY3" fmla="*/ 2273403 h 2406604"/>
              <a:gd name="connsiteX4" fmla="*/ 11531070 w 12192000"/>
              <a:gd name="connsiteY4" fmla="*/ 1745673 h 2406604"/>
              <a:gd name="connsiteX5" fmla="*/ 660932 w 12192000"/>
              <a:gd name="connsiteY5" fmla="*/ 1745673 h 2406604"/>
              <a:gd name="connsiteX6" fmla="*/ 1 w 12192000"/>
              <a:gd name="connsiteY6" fmla="*/ 2406604 h 2406604"/>
              <a:gd name="connsiteX7" fmla="*/ 0 w 12192000"/>
              <a:gd name="connsiteY7" fmla="*/ 0 h 240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406604">
                <a:moveTo>
                  <a:pt x="0" y="0"/>
                </a:moveTo>
                <a:lnTo>
                  <a:pt x="12192000" y="0"/>
                </a:lnTo>
                <a:lnTo>
                  <a:pt x="12192000" y="2406593"/>
                </a:lnTo>
                <a:lnTo>
                  <a:pt x="12178573" y="2273403"/>
                </a:lnTo>
                <a:cubicBezTo>
                  <a:pt x="12116944" y="1972228"/>
                  <a:pt x="11850464" y="1745673"/>
                  <a:pt x="11531070" y="1745673"/>
                </a:cubicBezTo>
                <a:lnTo>
                  <a:pt x="660932" y="1745673"/>
                </a:lnTo>
                <a:cubicBezTo>
                  <a:pt x="295910" y="1745673"/>
                  <a:pt x="1" y="2041582"/>
                  <a:pt x="1" y="2406604"/>
                </a:cubicBezTo>
                <a:cubicBezTo>
                  <a:pt x="1" y="1604403"/>
                  <a:pt x="0" y="802201"/>
                  <a:pt x="0" y="0"/>
                </a:cubicBez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EF787D-A149-277C-CF68-7710C1996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817" y="264120"/>
            <a:ext cx="9971451" cy="134300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Introduction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4EDA4C65-ED7B-CE1C-7F4D-85566E1A96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4530948"/>
              </p:ext>
            </p:extLst>
          </p:nvPr>
        </p:nvGraphicFramePr>
        <p:xfrm>
          <a:off x="1273853" y="2554014"/>
          <a:ext cx="9667415" cy="3411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81905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0C58FCB-AB15-8F2D-ECB3-614828E43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02026F-87A8-50BB-EF7C-E6FA934DD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9" y="750626"/>
            <a:ext cx="5015852" cy="1805607"/>
          </a:xfrm>
        </p:spPr>
        <p:txBody>
          <a:bodyPr anchor="t">
            <a:normAutofit/>
          </a:bodyPr>
          <a:lstStyle/>
          <a:p>
            <a:r>
              <a:rPr lang="en-US" dirty="0"/>
              <a:t>Basic Definitions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29350CE-84E0-3BD7-8591-0D16B38B8F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0971746"/>
              </p:ext>
            </p:extLst>
          </p:nvPr>
        </p:nvGraphicFramePr>
        <p:xfrm>
          <a:off x="-478971" y="1621971"/>
          <a:ext cx="7034940" cy="51679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 descr="Computer script on a screen">
            <a:extLst>
              <a:ext uri="{FF2B5EF4-FFF2-40B4-BE49-F238E27FC236}">
                <a16:creationId xmlns:a16="http://schemas.microsoft.com/office/drawing/2014/main" id="{DB1702CA-C588-23FB-B31F-563C084C564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447" r="40219" b="-1"/>
          <a:stretch>
            <a:fillRect/>
          </a:stretch>
        </p:blipFill>
        <p:spPr>
          <a:xfrm>
            <a:off x="6096000" y="10"/>
            <a:ext cx="6096000" cy="685799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77913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677913" y="6858000"/>
                </a:lnTo>
                <a:cubicBezTo>
                  <a:pt x="303512" y="6858000"/>
                  <a:pt x="0" y="6554488"/>
                  <a:pt x="0" y="6180087"/>
                </a:cubicBez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09393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95286-F335-7EEC-4C8C-BC851357F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CB8B27D6-DEB5-BEE7-1F6C-B027E22834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5152296"/>
              </p:ext>
            </p:extLst>
          </p:nvPr>
        </p:nvGraphicFramePr>
        <p:xfrm>
          <a:off x="305649" y="1769166"/>
          <a:ext cx="3202692" cy="8150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083E3558-7FE6-ED48-979A-232D462D196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05847849"/>
              </p:ext>
            </p:extLst>
          </p:nvPr>
        </p:nvGraphicFramePr>
        <p:xfrm>
          <a:off x="305649" y="2677402"/>
          <a:ext cx="3202693" cy="35067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9B7E865E-4F76-062E-83A5-9E5102F10E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9840532"/>
              </p:ext>
            </p:extLst>
          </p:nvPr>
        </p:nvGraphicFramePr>
        <p:xfrm>
          <a:off x="4086438" y="1769166"/>
          <a:ext cx="3202692" cy="8150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70937314-DC8F-2781-6A4E-CD2AAF84464F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514291356"/>
              </p:ext>
            </p:extLst>
          </p:nvPr>
        </p:nvGraphicFramePr>
        <p:xfrm>
          <a:off x="4086438" y="2677402"/>
          <a:ext cx="3202693" cy="35067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B2CE9705-A594-0BEC-E387-90AC9B0739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1630007"/>
              </p:ext>
            </p:extLst>
          </p:nvPr>
        </p:nvGraphicFramePr>
        <p:xfrm>
          <a:off x="7867228" y="1833944"/>
          <a:ext cx="3202692" cy="8150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3" r:lo="rId24" r:qs="rId25" r:cs="rId26"/>
          </a:graphicData>
        </a:graphic>
      </p:graphicFrame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72649B60-47BE-BC8F-91A0-FF5B51ADB7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699847"/>
              </p:ext>
            </p:extLst>
          </p:nvPr>
        </p:nvGraphicFramePr>
        <p:xfrm>
          <a:off x="7867227" y="2713731"/>
          <a:ext cx="3202693" cy="35067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8" r:lo="rId29" r:qs="rId30" r:cs="rId31"/>
          </a:graphicData>
        </a:graphic>
      </p:graphicFrame>
    </p:spTree>
    <p:extLst>
      <p:ext uri="{BB962C8B-B14F-4D97-AF65-F5344CB8AC3E}">
        <p14:creationId xmlns:p14="http://schemas.microsoft.com/office/powerpoint/2010/main" val="2081801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3CD9A-9607-279D-E523-88D8762F4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and Disadvantages -</a:t>
            </a:r>
            <a:br>
              <a:rPr lang="en-US" dirty="0"/>
            </a:br>
            <a:r>
              <a:rPr lang="en-US" dirty="0"/>
              <a:t>SSO</a:t>
            </a:r>
          </a:p>
        </p:txBody>
      </p:sp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B631F994-32B4-63FD-5527-C9C3D6CDB0F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81747206"/>
              </p:ext>
            </p:extLst>
          </p:nvPr>
        </p:nvGraphicFramePr>
        <p:xfrm>
          <a:off x="5812440" y="3008256"/>
          <a:ext cx="6379560" cy="37756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69B1D68A-3144-F018-F5A6-A81A6566EA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3725980"/>
              </p:ext>
            </p:extLst>
          </p:nvPr>
        </p:nvGraphicFramePr>
        <p:xfrm>
          <a:off x="0" y="2993182"/>
          <a:ext cx="5812439" cy="37907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7E2AAD84-6E00-A9A3-38A8-EE222A839663}"/>
              </a:ext>
            </a:extLst>
          </p:cNvPr>
          <p:cNvSpPr/>
          <p:nvPr/>
        </p:nvSpPr>
        <p:spPr>
          <a:xfrm>
            <a:off x="842799" y="2069852"/>
            <a:ext cx="41784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Advantages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5CA92A-B66E-E8BE-9444-6126C01EB879}"/>
              </a:ext>
            </a:extLst>
          </p:cNvPr>
          <p:cNvSpPr/>
          <p:nvPr/>
        </p:nvSpPr>
        <p:spPr>
          <a:xfrm>
            <a:off x="6184270" y="2069852"/>
            <a:ext cx="51607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Disadvantages</a:t>
            </a:r>
          </a:p>
        </p:txBody>
      </p:sp>
    </p:spTree>
    <p:extLst>
      <p:ext uri="{BB962C8B-B14F-4D97-AF65-F5344CB8AC3E}">
        <p14:creationId xmlns:p14="http://schemas.microsoft.com/office/powerpoint/2010/main" val="3255023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9A5C9-542C-F626-F4BB-84F46923E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BA609-A096-4AA5-4059-2CAE8A931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and Disadvantages -</a:t>
            </a:r>
            <a:br>
              <a:rPr lang="en-US" dirty="0"/>
            </a:br>
            <a:r>
              <a:rPr lang="en-US" dirty="0"/>
              <a:t>OAuth</a:t>
            </a:r>
          </a:p>
        </p:txBody>
      </p:sp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2492C309-F08C-4D13-AE53-CB37AD6C9D0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98366472"/>
              </p:ext>
            </p:extLst>
          </p:nvPr>
        </p:nvGraphicFramePr>
        <p:xfrm>
          <a:off x="5838489" y="3120782"/>
          <a:ext cx="6353511" cy="3663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AE236448-1280-47E9-BFB1-B1EFA5819E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6396311"/>
              </p:ext>
            </p:extLst>
          </p:nvPr>
        </p:nvGraphicFramePr>
        <p:xfrm>
          <a:off x="1" y="3120782"/>
          <a:ext cx="5700206" cy="37372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AB3B53B8-E71C-1362-A07F-780F2674D4E6}"/>
              </a:ext>
            </a:extLst>
          </p:cNvPr>
          <p:cNvSpPr/>
          <p:nvPr/>
        </p:nvSpPr>
        <p:spPr>
          <a:xfrm>
            <a:off x="830019" y="2197452"/>
            <a:ext cx="41784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Advantages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D71F94-2666-E6A3-F616-1DE1B9003111}"/>
              </a:ext>
            </a:extLst>
          </p:cNvPr>
          <p:cNvSpPr/>
          <p:nvPr/>
        </p:nvSpPr>
        <p:spPr>
          <a:xfrm>
            <a:off x="6201208" y="2197452"/>
            <a:ext cx="51607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Disadvantages</a:t>
            </a:r>
          </a:p>
        </p:txBody>
      </p:sp>
    </p:spTree>
    <p:extLst>
      <p:ext uri="{BB962C8B-B14F-4D97-AF65-F5344CB8AC3E}">
        <p14:creationId xmlns:p14="http://schemas.microsoft.com/office/powerpoint/2010/main" val="1888663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681B8-4491-2121-8345-98C8B74C8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92380-7C19-5653-69D6-45BB28C6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and Disadvantages -</a:t>
            </a:r>
            <a:br>
              <a:rPr lang="en-US" dirty="0"/>
            </a:br>
            <a:r>
              <a:rPr lang="en-US" dirty="0"/>
              <a:t>OIDC</a:t>
            </a:r>
          </a:p>
        </p:txBody>
      </p:sp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085B966C-1EBE-8420-FD83-C6E673C36EA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32290152"/>
              </p:ext>
            </p:extLst>
          </p:nvPr>
        </p:nvGraphicFramePr>
        <p:xfrm>
          <a:off x="5542156" y="3008254"/>
          <a:ext cx="6649844" cy="3775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4DDEC68E-97E6-0FE7-5735-E0842249AD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7729608"/>
              </p:ext>
            </p:extLst>
          </p:nvPr>
        </p:nvGraphicFramePr>
        <p:xfrm>
          <a:off x="-1" y="3008257"/>
          <a:ext cx="5812439" cy="37756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4AB3CFEB-B4FF-A091-17C0-7800A58C1C79}"/>
              </a:ext>
            </a:extLst>
          </p:cNvPr>
          <p:cNvSpPr/>
          <p:nvPr/>
        </p:nvSpPr>
        <p:spPr>
          <a:xfrm>
            <a:off x="842799" y="2069852"/>
            <a:ext cx="41784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Advantages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BC52B8-796C-30DD-4146-D8B6F00F6670}"/>
              </a:ext>
            </a:extLst>
          </p:cNvPr>
          <p:cNvSpPr/>
          <p:nvPr/>
        </p:nvSpPr>
        <p:spPr>
          <a:xfrm>
            <a:off x="6184270" y="2069852"/>
            <a:ext cx="51607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Disadvantages</a:t>
            </a:r>
          </a:p>
        </p:txBody>
      </p:sp>
    </p:spTree>
    <p:extLst>
      <p:ext uri="{BB962C8B-B14F-4D97-AF65-F5344CB8AC3E}">
        <p14:creationId xmlns:p14="http://schemas.microsoft.com/office/powerpoint/2010/main" val="2988916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17BFD-46AC-7089-29D3-BCFE44181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998391"/>
          </a:xfrm>
        </p:spPr>
        <p:txBody>
          <a:bodyPr/>
          <a:lstStyle/>
          <a:p>
            <a:r>
              <a:rPr lang="en-US" dirty="0"/>
              <a:t>Comparison Table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CBC9B4B-60BD-99DB-5BD7-9249C6393C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5130553"/>
              </p:ext>
            </p:extLst>
          </p:nvPr>
        </p:nvGraphicFramePr>
        <p:xfrm>
          <a:off x="335016" y="1937305"/>
          <a:ext cx="9956800" cy="3432650"/>
        </p:xfrm>
        <a:graphic>
          <a:graphicData uri="http://schemas.openxmlformats.org/drawingml/2006/table">
            <a:tbl>
              <a:tblPr firstRow="1" firstCol="1" bandRow="1">
                <a:tableStyleId>{125E5076-3810-47DD-B79F-674D7AD40C01}</a:tableStyleId>
              </a:tblPr>
              <a:tblGrid>
                <a:gridCol w="2489200">
                  <a:extLst>
                    <a:ext uri="{9D8B030D-6E8A-4147-A177-3AD203B41FA5}">
                      <a16:colId xmlns:a16="http://schemas.microsoft.com/office/drawing/2014/main" val="1758950857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1675344819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576469138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1015534683"/>
                    </a:ext>
                  </a:extLst>
                </a:gridCol>
              </a:tblGrid>
              <a:tr h="68653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OIDC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59328"/>
                  </a:ext>
                </a:extLst>
              </a:tr>
              <a:tr h="686530"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Authentication across 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Authorization for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Authorization and Authentication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207346"/>
                  </a:ext>
                </a:extLst>
              </a:tr>
              <a:tr h="686530">
                <a:tc>
                  <a:txBody>
                    <a:bodyPr/>
                    <a:lstStyle/>
                    <a:p>
                      <a:r>
                        <a:rPr lang="en-US" dirty="0"/>
                        <a:t>User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Seamless 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Access Limited 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Secure Login with identity info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4677252"/>
                  </a:ext>
                </a:extLst>
              </a:tr>
              <a:tr h="686530">
                <a:tc>
                  <a:txBody>
                    <a:bodyPr/>
                    <a:lstStyle/>
                    <a:p>
                      <a:r>
                        <a:rPr lang="en-US" dirty="0"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Medium-High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498701"/>
                  </a:ext>
                </a:extLst>
              </a:tr>
              <a:tr h="686530">
                <a:tc>
                  <a:txBody>
                    <a:bodyPr/>
                    <a:lstStyle/>
                    <a:p>
                      <a:r>
                        <a:rPr lang="en-US" dirty="0"/>
                        <a:t>Security Risks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Single Point of 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Token Management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Token Validation Required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018955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E0EDA-FCB6-5D62-C831-5078ABA09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8</a:t>
            </a:fld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1459A47-FB98-F2EB-3D34-6BB4FC79C967}"/>
              </a:ext>
            </a:extLst>
          </p:cNvPr>
          <p:cNvCxnSpPr>
            <a:cxnSpLocks/>
          </p:cNvCxnSpPr>
          <p:nvPr/>
        </p:nvCxnSpPr>
        <p:spPr>
          <a:xfrm>
            <a:off x="3069021" y="6047331"/>
            <a:ext cx="6967728" cy="0"/>
          </a:xfrm>
          <a:prstGeom prst="straightConnector1">
            <a:avLst/>
          </a:prstGeom>
          <a:ln w="76200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1352730-C207-7E87-CB8B-22B7D77BCD0D}"/>
              </a:ext>
            </a:extLst>
          </p:cNvPr>
          <p:cNvSpPr txBox="1"/>
          <p:nvPr/>
        </p:nvSpPr>
        <p:spPr>
          <a:xfrm>
            <a:off x="7798676" y="6169356"/>
            <a:ext cx="1569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More Secure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B7609B-DB5A-4322-F040-DE115A0E471B}"/>
              </a:ext>
            </a:extLst>
          </p:cNvPr>
          <p:cNvSpPr txBox="1"/>
          <p:nvPr/>
        </p:nvSpPr>
        <p:spPr>
          <a:xfrm>
            <a:off x="3407271" y="5573533"/>
            <a:ext cx="1879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Easier for users</a:t>
            </a:r>
          </a:p>
        </p:txBody>
      </p:sp>
    </p:spTree>
    <p:extLst>
      <p:ext uri="{BB962C8B-B14F-4D97-AF65-F5344CB8AC3E}">
        <p14:creationId xmlns:p14="http://schemas.microsoft.com/office/powerpoint/2010/main" val="4010100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4035B-50E2-9C97-8D05-4F3E11091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466" y="390293"/>
            <a:ext cx="9956747" cy="719528"/>
          </a:xfrm>
        </p:spPr>
        <p:txBody>
          <a:bodyPr/>
          <a:lstStyle/>
          <a:p>
            <a:r>
              <a:rPr lang="en-US" dirty="0"/>
              <a:t>Recommendation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C865D78B-3180-342A-FBF9-65C1EC3CFA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657682"/>
              </p:ext>
            </p:extLst>
          </p:nvPr>
        </p:nvGraphicFramePr>
        <p:xfrm>
          <a:off x="335466" y="1438780"/>
          <a:ext cx="11714127" cy="9901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333E87CE-21F1-8A9E-0D36-69BFD0C2FE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0168016"/>
              </p:ext>
            </p:extLst>
          </p:nvPr>
        </p:nvGraphicFramePr>
        <p:xfrm>
          <a:off x="238936" y="2563317"/>
          <a:ext cx="11714127" cy="44220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871567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D4BD589-6CA5-7D5A-78EC-41DC4FDE4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FC5D3DF3-576F-244F-BFE1-48BF337000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4712929"/>
              </p:ext>
            </p:extLst>
          </p:nvPr>
        </p:nvGraphicFramePr>
        <p:xfrm>
          <a:off x="174324" y="61332"/>
          <a:ext cx="5921676" cy="6735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 descr="Programming data on computer monitor">
            <a:extLst>
              <a:ext uri="{FF2B5EF4-FFF2-40B4-BE49-F238E27FC236}">
                <a16:creationId xmlns:a16="http://schemas.microsoft.com/office/drawing/2014/main" id="{B03816C7-95AE-6FB3-1DD7-402C55534E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8739" y="0"/>
            <a:ext cx="52332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242280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Custom 8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602636BD-A055-489B-83EC-AD971B7E5F9C}" vid="{CD33A9BC-C4B5-4F36-8A14-490DC4E38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522</Words>
  <Application>Microsoft Macintosh PowerPoint</Application>
  <PresentationFormat>Widescreen</PresentationFormat>
  <Paragraphs>102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Neue Haas Grotesk Text Pro</vt:lpstr>
      <vt:lpstr>DylanVTI</vt:lpstr>
      <vt:lpstr>Authentication Management Options</vt:lpstr>
      <vt:lpstr>Introduction</vt:lpstr>
      <vt:lpstr>Basic Definitions</vt:lpstr>
      <vt:lpstr>Implementation</vt:lpstr>
      <vt:lpstr>Advantages and Disadvantages - SSO</vt:lpstr>
      <vt:lpstr>Advantages and Disadvantages - OAuth</vt:lpstr>
      <vt:lpstr>Advantages and Disadvantages - OIDC</vt:lpstr>
      <vt:lpstr>Comparison Table</vt:lpstr>
      <vt:lpstr>Recommendation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breutzmann</dc:creator>
  <cp:lastModifiedBy>Robert breutzmann</cp:lastModifiedBy>
  <cp:revision>5</cp:revision>
  <dcterms:created xsi:type="dcterms:W3CDTF">2026-03-24T18:41:55Z</dcterms:created>
  <dcterms:modified xsi:type="dcterms:W3CDTF">2026-03-25T02:38:43Z</dcterms:modified>
</cp:coreProperties>
</file>