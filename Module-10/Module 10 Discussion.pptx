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41"/>
    <p:restoredTop sz="94575"/>
  </p:normalViewPr>
  <p:slideViewPr>
    <p:cSldViewPr snapToGrid="0">
      <p:cViewPr varScale="1">
        <p:scale>
          <a:sx n="59" d="100"/>
          <a:sy n="59" d="100"/>
        </p:scale>
        <p:origin x="200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sa.gov/resources-tools/programs/cisa-cybersecurity-awareness-program" TargetMode="External"/><Relationship Id="rId1" Type="http://schemas.openxmlformats.org/officeDocument/2006/relationships/hyperlink" Target="https://csrc.nist.gov/pubs/sp/800/50/r1/final" TargetMode="External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sa.gov/resources-tools/programs/cisa-cybersecurity-awareness-program" TargetMode="External"/><Relationship Id="rId1" Type="http://schemas.openxmlformats.org/officeDocument/2006/relationships/hyperlink" Target="https://csrc.nist.gov/pubs/sp/800/50/r1/fina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BA9655-79FD-4172-9BBF-9E6C23A821C9}" type="doc">
      <dgm:prSet loTypeId="urn:microsoft.com/office/officeart/2005/8/layout/vList2" loCatId="list" qsTypeId="urn:microsoft.com/office/officeart/2005/8/quickstyle/simple5" qsCatId="simple" csTypeId="urn:microsoft.com/office/officeart/2005/8/colors/accent4_5" csCatId="accent4"/>
      <dgm:spPr/>
      <dgm:t>
        <a:bodyPr/>
        <a:lstStyle/>
        <a:p>
          <a:endParaRPr lang="en-US"/>
        </a:p>
      </dgm:t>
    </dgm:pt>
    <dgm:pt modelId="{FBC26398-351E-4622-8738-892EF638F8FE}">
      <dgm:prSet/>
      <dgm:spPr/>
      <dgm:t>
        <a:bodyPr/>
        <a:lstStyle/>
        <a:p>
          <a:r>
            <a:rPr lang="en-US" b="1" dirty="0"/>
            <a:t>Education</a:t>
          </a:r>
          <a:r>
            <a:rPr lang="en-US" dirty="0"/>
            <a:t> – Builds conceptual understanding of security principles and policies</a:t>
          </a:r>
        </a:p>
      </dgm:t>
    </dgm:pt>
    <dgm:pt modelId="{1B0CC352-5359-4187-A227-C80A1E0B1A90}" type="parTrans" cxnId="{9A42BE95-507E-4459-9FAE-E1F2F584E861}">
      <dgm:prSet/>
      <dgm:spPr/>
      <dgm:t>
        <a:bodyPr/>
        <a:lstStyle/>
        <a:p>
          <a:endParaRPr lang="en-US"/>
        </a:p>
      </dgm:t>
    </dgm:pt>
    <dgm:pt modelId="{9E2B05E6-BE60-4D24-BA87-90C03D13337B}" type="sibTrans" cxnId="{9A42BE95-507E-4459-9FAE-E1F2F584E861}">
      <dgm:prSet/>
      <dgm:spPr/>
      <dgm:t>
        <a:bodyPr/>
        <a:lstStyle/>
        <a:p>
          <a:endParaRPr lang="en-US"/>
        </a:p>
      </dgm:t>
    </dgm:pt>
    <dgm:pt modelId="{89958676-766C-475C-B566-3E5D26920436}">
      <dgm:prSet/>
      <dgm:spPr/>
      <dgm:t>
        <a:bodyPr/>
        <a:lstStyle/>
        <a:p>
          <a:r>
            <a:rPr lang="en-US" b="1" dirty="0"/>
            <a:t>Training</a:t>
          </a:r>
          <a:r>
            <a:rPr lang="en-US" dirty="0"/>
            <a:t> – develops hands-on skills (phishing drills, incident response, secure coding)</a:t>
          </a:r>
        </a:p>
      </dgm:t>
    </dgm:pt>
    <dgm:pt modelId="{B657DB6E-EFB9-4ACE-9A46-951A49CED587}" type="parTrans" cxnId="{02D9F8C8-B0AC-4B3C-9349-DAD73CCDE44E}">
      <dgm:prSet/>
      <dgm:spPr/>
      <dgm:t>
        <a:bodyPr/>
        <a:lstStyle/>
        <a:p>
          <a:endParaRPr lang="en-US"/>
        </a:p>
      </dgm:t>
    </dgm:pt>
    <dgm:pt modelId="{B98D9FBC-6EC4-4F50-A879-3E8DEAB32BBF}" type="sibTrans" cxnId="{02D9F8C8-B0AC-4B3C-9349-DAD73CCDE44E}">
      <dgm:prSet/>
      <dgm:spPr/>
      <dgm:t>
        <a:bodyPr/>
        <a:lstStyle/>
        <a:p>
          <a:endParaRPr lang="en-US"/>
        </a:p>
      </dgm:t>
    </dgm:pt>
    <dgm:pt modelId="{9A747527-F470-4AEF-9725-58C6429A64FB}">
      <dgm:prSet/>
      <dgm:spPr/>
      <dgm:t>
        <a:bodyPr/>
        <a:lstStyle/>
        <a:p>
          <a:r>
            <a:rPr lang="en-US" b="1" dirty="0"/>
            <a:t>Awareness</a:t>
          </a:r>
          <a:r>
            <a:rPr lang="en-US" dirty="0"/>
            <a:t> – ongoing culture-building through reminders, campaigns, and metrics.</a:t>
          </a:r>
        </a:p>
      </dgm:t>
    </dgm:pt>
    <dgm:pt modelId="{A43BB974-2811-428F-89EC-2DBCB3E3823C}" type="parTrans" cxnId="{C44619A3-703C-4DE2-A7CA-E060DBF32B33}">
      <dgm:prSet/>
      <dgm:spPr/>
      <dgm:t>
        <a:bodyPr/>
        <a:lstStyle/>
        <a:p>
          <a:endParaRPr lang="en-US"/>
        </a:p>
      </dgm:t>
    </dgm:pt>
    <dgm:pt modelId="{C304E23D-819F-42F1-9C85-8DE415A22728}" type="sibTrans" cxnId="{C44619A3-703C-4DE2-A7CA-E060DBF32B33}">
      <dgm:prSet/>
      <dgm:spPr/>
      <dgm:t>
        <a:bodyPr/>
        <a:lstStyle/>
        <a:p>
          <a:endParaRPr lang="en-US"/>
        </a:p>
      </dgm:t>
    </dgm:pt>
    <dgm:pt modelId="{FF99913F-E6CB-9B4B-B246-BCA5A7DB7F5D}" type="pres">
      <dgm:prSet presAssocID="{E8BA9655-79FD-4172-9BBF-9E6C23A821C9}" presName="linear" presStyleCnt="0">
        <dgm:presLayoutVars>
          <dgm:animLvl val="lvl"/>
          <dgm:resizeHandles val="exact"/>
        </dgm:presLayoutVars>
      </dgm:prSet>
      <dgm:spPr/>
    </dgm:pt>
    <dgm:pt modelId="{4BC03A4D-8357-9E47-9045-24576F236AD3}" type="pres">
      <dgm:prSet presAssocID="{FBC26398-351E-4622-8738-892EF638F8F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95D580-0714-E44B-983F-9DD777E428CF}" type="pres">
      <dgm:prSet presAssocID="{9E2B05E6-BE60-4D24-BA87-90C03D13337B}" presName="spacer" presStyleCnt="0"/>
      <dgm:spPr/>
    </dgm:pt>
    <dgm:pt modelId="{43CB8F88-79EC-354C-A035-F6B8A1DFAC95}" type="pres">
      <dgm:prSet presAssocID="{89958676-766C-475C-B566-3E5D2692043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4AA1E9-6D1D-F949-8F40-1469B1449DFE}" type="pres">
      <dgm:prSet presAssocID="{B98D9FBC-6EC4-4F50-A879-3E8DEAB32BBF}" presName="spacer" presStyleCnt="0"/>
      <dgm:spPr/>
    </dgm:pt>
    <dgm:pt modelId="{3CF0156B-F20F-DC48-83E0-8287895160AA}" type="pres">
      <dgm:prSet presAssocID="{9A747527-F470-4AEF-9725-58C6429A64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1FBC471-AF6B-CC47-B91C-A3F97C36D6F7}" type="presOf" srcId="{E8BA9655-79FD-4172-9BBF-9E6C23A821C9}" destId="{FF99913F-E6CB-9B4B-B246-BCA5A7DB7F5D}" srcOrd="0" destOrd="0" presId="urn:microsoft.com/office/officeart/2005/8/layout/vList2"/>
    <dgm:cxn modelId="{7FC46D7A-93D2-4948-BD32-5B22649FABD7}" type="presOf" srcId="{FBC26398-351E-4622-8738-892EF638F8FE}" destId="{4BC03A4D-8357-9E47-9045-24576F236AD3}" srcOrd="0" destOrd="0" presId="urn:microsoft.com/office/officeart/2005/8/layout/vList2"/>
    <dgm:cxn modelId="{9A42BE95-507E-4459-9FAE-E1F2F584E861}" srcId="{E8BA9655-79FD-4172-9BBF-9E6C23A821C9}" destId="{FBC26398-351E-4622-8738-892EF638F8FE}" srcOrd="0" destOrd="0" parTransId="{1B0CC352-5359-4187-A227-C80A1E0B1A90}" sibTransId="{9E2B05E6-BE60-4D24-BA87-90C03D13337B}"/>
    <dgm:cxn modelId="{C44619A3-703C-4DE2-A7CA-E060DBF32B33}" srcId="{E8BA9655-79FD-4172-9BBF-9E6C23A821C9}" destId="{9A747527-F470-4AEF-9725-58C6429A64FB}" srcOrd="2" destOrd="0" parTransId="{A43BB974-2811-428F-89EC-2DBCB3E3823C}" sibTransId="{C304E23D-819F-42F1-9C85-8DE415A22728}"/>
    <dgm:cxn modelId="{6A34C8A6-48D9-6247-AE76-C53E5DCF7BEA}" type="presOf" srcId="{9A747527-F470-4AEF-9725-58C6429A64FB}" destId="{3CF0156B-F20F-DC48-83E0-8287895160AA}" srcOrd="0" destOrd="0" presId="urn:microsoft.com/office/officeart/2005/8/layout/vList2"/>
    <dgm:cxn modelId="{02D9F8C8-B0AC-4B3C-9349-DAD73CCDE44E}" srcId="{E8BA9655-79FD-4172-9BBF-9E6C23A821C9}" destId="{89958676-766C-475C-B566-3E5D26920436}" srcOrd="1" destOrd="0" parTransId="{B657DB6E-EFB9-4ACE-9A46-951A49CED587}" sibTransId="{B98D9FBC-6EC4-4F50-A879-3E8DEAB32BBF}"/>
    <dgm:cxn modelId="{8BB934DF-C23B-B547-8BC9-B7389EEB15AA}" type="presOf" srcId="{89958676-766C-475C-B566-3E5D26920436}" destId="{43CB8F88-79EC-354C-A035-F6B8A1DFAC95}" srcOrd="0" destOrd="0" presId="urn:microsoft.com/office/officeart/2005/8/layout/vList2"/>
    <dgm:cxn modelId="{CDE5CDF8-76D5-E44B-B88B-5E453A9D2EC4}" type="presParOf" srcId="{FF99913F-E6CB-9B4B-B246-BCA5A7DB7F5D}" destId="{4BC03A4D-8357-9E47-9045-24576F236AD3}" srcOrd="0" destOrd="0" presId="urn:microsoft.com/office/officeart/2005/8/layout/vList2"/>
    <dgm:cxn modelId="{7023DA20-6EB4-5A40-858A-85A828791200}" type="presParOf" srcId="{FF99913F-E6CB-9B4B-B246-BCA5A7DB7F5D}" destId="{FF95D580-0714-E44B-983F-9DD777E428CF}" srcOrd="1" destOrd="0" presId="urn:microsoft.com/office/officeart/2005/8/layout/vList2"/>
    <dgm:cxn modelId="{0611C020-F44B-A047-AD30-ED8AC7803A7F}" type="presParOf" srcId="{FF99913F-E6CB-9B4B-B246-BCA5A7DB7F5D}" destId="{43CB8F88-79EC-354C-A035-F6B8A1DFAC95}" srcOrd="2" destOrd="0" presId="urn:microsoft.com/office/officeart/2005/8/layout/vList2"/>
    <dgm:cxn modelId="{ABA0CE6E-3973-ED42-B22B-AD762DD0EE0E}" type="presParOf" srcId="{FF99913F-E6CB-9B4B-B246-BCA5A7DB7F5D}" destId="{C64AA1E9-6D1D-F949-8F40-1469B1449DFE}" srcOrd="3" destOrd="0" presId="urn:microsoft.com/office/officeart/2005/8/layout/vList2"/>
    <dgm:cxn modelId="{E16D05CA-BE2D-8F41-B7AA-FD4AAC5D65BE}" type="presParOf" srcId="{FF99913F-E6CB-9B4B-B246-BCA5A7DB7F5D}" destId="{3CF0156B-F20F-DC48-83E0-8287895160A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06D868-0DE6-4171-B75A-BDFC86CC4ECF}" type="doc">
      <dgm:prSet loTypeId="urn:microsoft.com/office/officeart/2005/8/layout/chevron2" loCatId="list" qsTypeId="urn:microsoft.com/office/officeart/2005/8/quickstyle/3d3" qsCatId="3D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3B1B0014-5A7D-4EDD-9D14-A0AE7A79082C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Needs Assessment</a:t>
          </a:r>
        </a:p>
      </dgm:t>
    </dgm:pt>
    <dgm:pt modelId="{4F5B23C7-B498-455B-811C-F9A87BE623FE}" type="parTrans" cxnId="{1120E7FE-B58F-4079-BCD5-195979968863}">
      <dgm:prSet/>
      <dgm:spPr/>
      <dgm:t>
        <a:bodyPr/>
        <a:lstStyle/>
        <a:p>
          <a:endParaRPr lang="en-US"/>
        </a:p>
      </dgm:t>
    </dgm:pt>
    <dgm:pt modelId="{6CF7343D-5CEF-40D9-A3AD-184418D72CAB}" type="sibTrans" cxnId="{1120E7FE-B58F-4079-BCD5-195979968863}">
      <dgm:prSet/>
      <dgm:spPr/>
      <dgm:t>
        <a:bodyPr/>
        <a:lstStyle/>
        <a:p>
          <a:endParaRPr lang="en-US"/>
        </a:p>
      </dgm:t>
    </dgm:pt>
    <dgm:pt modelId="{4193FD60-5B0C-4A5C-8AD4-F4015F2DA9EA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Develop Content</a:t>
          </a:r>
        </a:p>
      </dgm:t>
    </dgm:pt>
    <dgm:pt modelId="{45FD7E71-73F1-412D-ACDA-77CE37F1080A}" type="parTrans" cxnId="{4CA9F7E7-0EA2-4CDE-93E3-DB61B3CB2B21}">
      <dgm:prSet/>
      <dgm:spPr/>
      <dgm:t>
        <a:bodyPr/>
        <a:lstStyle/>
        <a:p>
          <a:endParaRPr lang="en-US"/>
        </a:p>
      </dgm:t>
    </dgm:pt>
    <dgm:pt modelId="{6A096BE6-BFF4-4DEE-A36C-3A6C2BC53803}" type="sibTrans" cxnId="{4CA9F7E7-0EA2-4CDE-93E3-DB61B3CB2B21}">
      <dgm:prSet/>
      <dgm:spPr/>
      <dgm:t>
        <a:bodyPr/>
        <a:lstStyle/>
        <a:p>
          <a:endParaRPr lang="en-US"/>
        </a:p>
      </dgm:t>
    </dgm:pt>
    <dgm:pt modelId="{71005A5C-619A-4D8C-9A17-1E87CCF03239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Implement</a:t>
          </a:r>
        </a:p>
      </dgm:t>
    </dgm:pt>
    <dgm:pt modelId="{E5FA13CD-D903-49EB-A22D-46931DF80EF9}" type="parTrans" cxnId="{7BD44DF3-4312-4B4E-91EE-77A87917C19F}">
      <dgm:prSet/>
      <dgm:spPr/>
      <dgm:t>
        <a:bodyPr/>
        <a:lstStyle/>
        <a:p>
          <a:endParaRPr lang="en-US"/>
        </a:p>
      </dgm:t>
    </dgm:pt>
    <dgm:pt modelId="{085FC246-5DCA-4E55-A42D-30D80A8C625A}" type="sibTrans" cxnId="{7BD44DF3-4312-4B4E-91EE-77A87917C19F}">
      <dgm:prSet/>
      <dgm:spPr/>
      <dgm:t>
        <a:bodyPr/>
        <a:lstStyle/>
        <a:p>
          <a:endParaRPr lang="en-US"/>
        </a:p>
      </dgm:t>
    </dgm:pt>
    <dgm:pt modelId="{3A2A6884-C832-461D-9034-5B4A8A157F5B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Evaluate &amp; Improve</a:t>
          </a:r>
        </a:p>
      </dgm:t>
    </dgm:pt>
    <dgm:pt modelId="{BA6570EB-7D46-4794-9E5A-ECC430963521}" type="parTrans" cxnId="{AD05D8E4-3FC2-49C9-ACB9-137B38C2CDE3}">
      <dgm:prSet/>
      <dgm:spPr/>
      <dgm:t>
        <a:bodyPr/>
        <a:lstStyle/>
        <a:p>
          <a:endParaRPr lang="en-US"/>
        </a:p>
      </dgm:t>
    </dgm:pt>
    <dgm:pt modelId="{6424DDDF-8BEB-48D1-A1F8-15A8FD8A0710}" type="sibTrans" cxnId="{AD05D8E4-3FC2-49C9-ACB9-137B38C2CDE3}">
      <dgm:prSet/>
      <dgm:spPr/>
      <dgm:t>
        <a:bodyPr/>
        <a:lstStyle/>
        <a:p>
          <a:endParaRPr lang="en-US"/>
        </a:p>
      </dgm:t>
    </dgm:pt>
    <dgm:pt modelId="{FEC6FB12-0548-F04E-B67F-1A798DE26765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Design the Program</a:t>
          </a:r>
        </a:p>
      </dgm:t>
    </dgm:pt>
    <dgm:pt modelId="{0A9B0328-04D2-054D-91FB-487EE89F30B0}" type="parTrans" cxnId="{D4A35A16-775C-2C47-AECF-CEDD3BD27741}">
      <dgm:prSet/>
      <dgm:spPr/>
      <dgm:t>
        <a:bodyPr/>
        <a:lstStyle/>
        <a:p>
          <a:endParaRPr lang="en-US"/>
        </a:p>
      </dgm:t>
    </dgm:pt>
    <dgm:pt modelId="{A7750E61-62DF-3C43-B119-9C19B106D3C9}" type="sibTrans" cxnId="{D4A35A16-775C-2C47-AECF-CEDD3BD27741}">
      <dgm:prSet/>
      <dgm:spPr/>
      <dgm:t>
        <a:bodyPr/>
        <a:lstStyle/>
        <a:p>
          <a:endParaRPr lang="en-US"/>
        </a:p>
      </dgm:t>
    </dgm:pt>
    <dgm:pt modelId="{B819C6F6-0C88-CB44-A3F4-9B82856D5C90}">
      <dgm:prSet/>
      <dgm:spPr/>
      <dgm:t>
        <a:bodyPr/>
        <a:lstStyle/>
        <a:p>
          <a:r>
            <a:rPr lang="en-US" dirty="0"/>
            <a:t>Identify roles, skills gaps, and regulatory obligations</a:t>
          </a:r>
        </a:p>
      </dgm:t>
    </dgm:pt>
    <dgm:pt modelId="{61BEB2B9-863A-A646-B980-4C93EA4618BC}" type="parTrans" cxnId="{166B1C9E-C0BD-F24C-9596-1058EAAE6D83}">
      <dgm:prSet/>
      <dgm:spPr/>
      <dgm:t>
        <a:bodyPr/>
        <a:lstStyle/>
        <a:p>
          <a:endParaRPr lang="en-US"/>
        </a:p>
      </dgm:t>
    </dgm:pt>
    <dgm:pt modelId="{222252AB-D56C-2244-9C66-B7F6C4C9C744}" type="sibTrans" cxnId="{166B1C9E-C0BD-F24C-9596-1058EAAE6D83}">
      <dgm:prSet/>
      <dgm:spPr/>
      <dgm:t>
        <a:bodyPr/>
        <a:lstStyle/>
        <a:p>
          <a:endParaRPr lang="en-US"/>
        </a:p>
      </dgm:t>
    </dgm:pt>
    <dgm:pt modelId="{9AB614AA-07B6-614E-9F7D-89D09CB6DBF4}">
      <dgm:prSet/>
      <dgm:spPr/>
      <dgm:t>
        <a:bodyPr/>
        <a:lstStyle/>
        <a:p>
          <a:r>
            <a:rPr lang="en-US" dirty="0"/>
            <a:t>Define objectives, separate awareness from training from education.</a:t>
          </a:r>
        </a:p>
      </dgm:t>
    </dgm:pt>
    <dgm:pt modelId="{B0816A24-AFD1-9F45-8AE9-FF853B89A964}" type="parTrans" cxnId="{56C1B277-6F7C-2549-8B9C-7CE3B221BE1C}">
      <dgm:prSet/>
      <dgm:spPr/>
      <dgm:t>
        <a:bodyPr/>
        <a:lstStyle/>
        <a:p>
          <a:endParaRPr lang="en-US"/>
        </a:p>
      </dgm:t>
    </dgm:pt>
    <dgm:pt modelId="{F9FC0125-644C-1045-8262-DEEF984D5F98}" type="sibTrans" cxnId="{56C1B277-6F7C-2549-8B9C-7CE3B221BE1C}">
      <dgm:prSet/>
      <dgm:spPr/>
      <dgm:t>
        <a:bodyPr/>
        <a:lstStyle/>
        <a:p>
          <a:endParaRPr lang="en-US"/>
        </a:p>
      </dgm:t>
    </dgm:pt>
    <dgm:pt modelId="{CB7FE6E7-7E64-1F4A-B274-C5ABB2CC43AB}">
      <dgm:prSet/>
      <dgm:spPr/>
      <dgm:t>
        <a:bodyPr/>
        <a:lstStyle/>
        <a:p>
          <a:r>
            <a:rPr lang="en-US" dirty="0"/>
            <a:t>Create role-specific modules, quizzes, and simulations</a:t>
          </a:r>
        </a:p>
      </dgm:t>
    </dgm:pt>
    <dgm:pt modelId="{A8402EE5-76D2-5644-8C3B-97984C580183}" type="parTrans" cxnId="{989683A6-37DB-6549-A23C-972DA9AF6AF3}">
      <dgm:prSet/>
      <dgm:spPr/>
      <dgm:t>
        <a:bodyPr/>
        <a:lstStyle/>
        <a:p>
          <a:endParaRPr lang="en-US"/>
        </a:p>
      </dgm:t>
    </dgm:pt>
    <dgm:pt modelId="{CF35F8D4-A02F-0948-BC26-9CC4321B90D9}" type="sibTrans" cxnId="{989683A6-37DB-6549-A23C-972DA9AF6AF3}">
      <dgm:prSet/>
      <dgm:spPr/>
      <dgm:t>
        <a:bodyPr/>
        <a:lstStyle/>
        <a:p>
          <a:endParaRPr lang="en-US"/>
        </a:p>
      </dgm:t>
    </dgm:pt>
    <dgm:pt modelId="{8FC5EB36-3AC5-D340-8B42-8F5F2882E585}">
      <dgm:prSet/>
      <dgm:spPr/>
      <dgm:t>
        <a:bodyPr/>
        <a:lstStyle/>
        <a:p>
          <a:r>
            <a:rPr lang="en-US" dirty="0"/>
            <a:t>Deliver via LMS, onboarding, and workshops (requires leadership support)</a:t>
          </a:r>
        </a:p>
      </dgm:t>
    </dgm:pt>
    <dgm:pt modelId="{B7784D39-F283-5847-A966-EF3B0E7ECC34}" type="parTrans" cxnId="{7677818E-E68C-494E-8097-F094146B7ED9}">
      <dgm:prSet/>
      <dgm:spPr/>
      <dgm:t>
        <a:bodyPr/>
        <a:lstStyle/>
        <a:p>
          <a:endParaRPr lang="en-US"/>
        </a:p>
      </dgm:t>
    </dgm:pt>
    <dgm:pt modelId="{E83AC234-7494-BF46-8058-B0EDA8B881B8}" type="sibTrans" cxnId="{7677818E-E68C-494E-8097-F094146B7ED9}">
      <dgm:prSet/>
      <dgm:spPr/>
      <dgm:t>
        <a:bodyPr/>
        <a:lstStyle/>
        <a:p>
          <a:endParaRPr lang="en-US"/>
        </a:p>
      </dgm:t>
    </dgm:pt>
    <dgm:pt modelId="{81EF3B36-AC74-924B-88A6-39F4D76335B1}">
      <dgm:prSet/>
      <dgm:spPr/>
      <dgm:t>
        <a:bodyPr/>
        <a:lstStyle/>
        <a:p>
          <a:r>
            <a:rPr lang="en-US" dirty="0"/>
            <a:t>Measure quiz scores, phishing click stores and incident counts.  Revise regularly.</a:t>
          </a:r>
        </a:p>
      </dgm:t>
    </dgm:pt>
    <dgm:pt modelId="{920949A8-2AE9-E748-95CD-6CB7FF6835E2}" type="parTrans" cxnId="{A4E3D686-F9FE-904C-8675-AFC274A7BD78}">
      <dgm:prSet/>
      <dgm:spPr/>
      <dgm:t>
        <a:bodyPr/>
        <a:lstStyle/>
        <a:p>
          <a:endParaRPr lang="en-US"/>
        </a:p>
      </dgm:t>
    </dgm:pt>
    <dgm:pt modelId="{154CEBEC-D723-C54D-B2D3-D0A0AF460194}" type="sibTrans" cxnId="{A4E3D686-F9FE-904C-8675-AFC274A7BD78}">
      <dgm:prSet/>
      <dgm:spPr/>
      <dgm:t>
        <a:bodyPr/>
        <a:lstStyle/>
        <a:p>
          <a:endParaRPr lang="en-US"/>
        </a:p>
      </dgm:t>
    </dgm:pt>
    <dgm:pt modelId="{D8BE89D2-22EF-C14B-8B08-5D50B5565AA9}" type="pres">
      <dgm:prSet presAssocID="{B206D868-0DE6-4171-B75A-BDFC86CC4ECF}" presName="linearFlow" presStyleCnt="0">
        <dgm:presLayoutVars>
          <dgm:dir/>
          <dgm:animLvl val="lvl"/>
          <dgm:resizeHandles val="exact"/>
        </dgm:presLayoutVars>
      </dgm:prSet>
      <dgm:spPr/>
    </dgm:pt>
    <dgm:pt modelId="{17102D18-8D08-2444-A443-EAB0EBC0C29C}" type="pres">
      <dgm:prSet presAssocID="{3B1B0014-5A7D-4EDD-9D14-A0AE7A79082C}" presName="composite" presStyleCnt="0"/>
      <dgm:spPr/>
    </dgm:pt>
    <dgm:pt modelId="{C5844979-7A24-D143-AE57-C56ACA53CBE9}" type="pres">
      <dgm:prSet presAssocID="{3B1B0014-5A7D-4EDD-9D14-A0AE7A79082C}" presName="parentText" presStyleLbl="alignNode1" presStyleIdx="0" presStyleCnt="5" custScaleX="180389">
        <dgm:presLayoutVars>
          <dgm:chMax val="1"/>
          <dgm:bulletEnabled val="1"/>
        </dgm:presLayoutVars>
      </dgm:prSet>
      <dgm:spPr/>
    </dgm:pt>
    <dgm:pt modelId="{ECB1E569-9138-9644-8708-B00DC7E14F86}" type="pres">
      <dgm:prSet presAssocID="{3B1B0014-5A7D-4EDD-9D14-A0AE7A79082C}" presName="descendantText" presStyleLbl="alignAcc1" presStyleIdx="0" presStyleCnt="5" custScaleX="88641">
        <dgm:presLayoutVars>
          <dgm:bulletEnabled val="1"/>
        </dgm:presLayoutVars>
      </dgm:prSet>
      <dgm:spPr/>
    </dgm:pt>
    <dgm:pt modelId="{ED759F18-1556-8B44-965C-F7CF8D7EE195}" type="pres">
      <dgm:prSet presAssocID="{6CF7343D-5CEF-40D9-A3AD-184418D72CAB}" presName="sp" presStyleCnt="0"/>
      <dgm:spPr/>
    </dgm:pt>
    <dgm:pt modelId="{4280085C-E6E0-4547-8B28-9E79489DBBA8}" type="pres">
      <dgm:prSet presAssocID="{FEC6FB12-0548-F04E-B67F-1A798DE26765}" presName="composite" presStyleCnt="0"/>
      <dgm:spPr/>
    </dgm:pt>
    <dgm:pt modelId="{8A02E331-426E-DB41-B3F3-526B8B4BD963}" type="pres">
      <dgm:prSet presAssocID="{FEC6FB12-0548-F04E-B67F-1A798DE26765}" presName="parentText" presStyleLbl="alignNode1" presStyleIdx="1" presStyleCnt="5" custScaleX="180389">
        <dgm:presLayoutVars>
          <dgm:chMax val="1"/>
          <dgm:bulletEnabled val="1"/>
        </dgm:presLayoutVars>
      </dgm:prSet>
      <dgm:spPr/>
    </dgm:pt>
    <dgm:pt modelId="{D847C35F-93E4-754D-9053-88EB8C06AC7B}" type="pres">
      <dgm:prSet presAssocID="{FEC6FB12-0548-F04E-B67F-1A798DE26765}" presName="descendantText" presStyleLbl="alignAcc1" presStyleIdx="1" presStyleCnt="5" custScaleX="88933">
        <dgm:presLayoutVars>
          <dgm:bulletEnabled val="1"/>
        </dgm:presLayoutVars>
      </dgm:prSet>
      <dgm:spPr/>
    </dgm:pt>
    <dgm:pt modelId="{34952485-A062-7F43-BF41-B5BCDE71D1AE}" type="pres">
      <dgm:prSet presAssocID="{A7750E61-62DF-3C43-B119-9C19B106D3C9}" presName="sp" presStyleCnt="0"/>
      <dgm:spPr/>
    </dgm:pt>
    <dgm:pt modelId="{4D5DC8C5-01DA-A243-A993-943A3BABB07A}" type="pres">
      <dgm:prSet presAssocID="{4193FD60-5B0C-4A5C-8AD4-F4015F2DA9EA}" presName="composite" presStyleCnt="0"/>
      <dgm:spPr/>
    </dgm:pt>
    <dgm:pt modelId="{95548E11-C6DB-0746-97F5-202CB3EBBE04}" type="pres">
      <dgm:prSet presAssocID="{4193FD60-5B0C-4A5C-8AD4-F4015F2DA9EA}" presName="parentText" presStyleLbl="alignNode1" presStyleIdx="2" presStyleCnt="5" custScaleX="180389">
        <dgm:presLayoutVars>
          <dgm:chMax val="1"/>
          <dgm:bulletEnabled val="1"/>
        </dgm:presLayoutVars>
      </dgm:prSet>
      <dgm:spPr/>
    </dgm:pt>
    <dgm:pt modelId="{A3302122-96C2-404A-8C2A-7076BE9CE463}" type="pres">
      <dgm:prSet presAssocID="{4193FD60-5B0C-4A5C-8AD4-F4015F2DA9EA}" presName="descendantText" presStyleLbl="alignAcc1" presStyleIdx="2" presStyleCnt="5" custScaleX="87928">
        <dgm:presLayoutVars>
          <dgm:bulletEnabled val="1"/>
        </dgm:presLayoutVars>
      </dgm:prSet>
      <dgm:spPr/>
    </dgm:pt>
    <dgm:pt modelId="{8B046F40-6382-404E-8DAD-25CE0CD228E2}" type="pres">
      <dgm:prSet presAssocID="{6A096BE6-BFF4-4DEE-A36C-3A6C2BC53803}" presName="sp" presStyleCnt="0"/>
      <dgm:spPr/>
    </dgm:pt>
    <dgm:pt modelId="{188C7D17-7034-6942-96FE-19DDB53F8C71}" type="pres">
      <dgm:prSet presAssocID="{71005A5C-619A-4D8C-9A17-1E87CCF03239}" presName="composite" presStyleCnt="0"/>
      <dgm:spPr/>
    </dgm:pt>
    <dgm:pt modelId="{F06C6CB1-AF04-2145-A9C2-71E6FB8D1760}" type="pres">
      <dgm:prSet presAssocID="{71005A5C-619A-4D8C-9A17-1E87CCF03239}" presName="parentText" presStyleLbl="alignNode1" presStyleIdx="3" presStyleCnt="5" custScaleX="180389">
        <dgm:presLayoutVars>
          <dgm:chMax val="1"/>
          <dgm:bulletEnabled val="1"/>
        </dgm:presLayoutVars>
      </dgm:prSet>
      <dgm:spPr/>
    </dgm:pt>
    <dgm:pt modelId="{C7BF51C0-013A-F24C-AE47-2FF1D69520E5}" type="pres">
      <dgm:prSet presAssocID="{71005A5C-619A-4D8C-9A17-1E87CCF03239}" presName="descendantText" presStyleLbl="alignAcc1" presStyleIdx="3" presStyleCnt="5" custScaleX="87928">
        <dgm:presLayoutVars>
          <dgm:bulletEnabled val="1"/>
        </dgm:presLayoutVars>
      </dgm:prSet>
      <dgm:spPr/>
    </dgm:pt>
    <dgm:pt modelId="{3E575A58-8ABE-2D41-851D-74364EB0BBAF}" type="pres">
      <dgm:prSet presAssocID="{085FC246-5DCA-4E55-A42D-30D80A8C625A}" presName="sp" presStyleCnt="0"/>
      <dgm:spPr/>
    </dgm:pt>
    <dgm:pt modelId="{1B879698-BD8C-C546-BF1F-2769341A737C}" type="pres">
      <dgm:prSet presAssocID="{3A2A6884-C832-461D-9034-5B4A8A157F5B}" presName="composite" presStyleCnt="0"/>
      <dgm:spPr/>
    </dgm:pt>
    <dgm:pt modelId="{8CE938DE-D7CB-D845-A489-4663C16FF2C7}" type="pres">
      <dgm:prSet presAssocID="{3A2A6884-C832-461D-9034-5B4A8A157F5B}" presName="parentText" presStyleLbl="alignNode1" presStyleIdx="4" presStyleCnt="5" custScaleX="180389">
        <dgm:presLayoutVars>
          <dgm:chMax val="1"/>
          <dgm:bulletEnabled val="1"/>
        </dgm:presLayoutVars>
      </dgm:prSet>
      <dgm:spPr/>
    </dgm:pt>
    <dgm:pt modelId="{C3E8C601-8722-0342-96F8-53869361B175}" type="pres">
      <dgm:prSet presAssocID="{3A2A6884-C832-461D-9034-5B4A8A157F5B}" presName="descendantText" presStyleLbl="alignAcc1" presStyleIdx="4" presStyleCnt="5" custScaleX="87928">
        <dgm:presLayoutVars>
          <dgm:bulletEnabled val="1"/>
        </dgm:presLayoutVars>
      </dgm:prSet>
      <dgm:spPr/>
    </dgm:pt>
  </dgm:ptLst>
  <dgm:cxnLst>
    <dgm:cxn modelId="{7B265C01-67A9-1C43-B6F1-E09D06A0481C}" type="presOf" srcId="{FEC6FB12-0548-F04E-B67F-1A798DE26765}" destId="{8A02E331-426E-DB41-B3F3-526B8B4BD963}" srcOrd="0" destOrd="0" presId="urn:microsoft.com/office/officeart/2005/8/layout/chevron2"/>
    <dgm:cxn modelId="{D4A35A16-775C-2C47-AECF-CEDD3BD27741}" srcId="{B206D868-0DE6-4171-B75A-BDFC86CC4ECF}" destId="{FEC6FB12-0548-F04E-B67F-1A798DE26765}" srcOrd="1" destOrd="0" parTransId="{0A9B0328-04D2-054D-91FB-487EE89F30B0}" sibTransId="{A7750E61-62DF-3C43-B119-9C19B106D3C9}"/>
    <dgm:cxn modelId="{1B269144-5C82-1C4D-9E79-D2868313B578}" type="presOf" srcId="{B206D868-0DE6-4171-B75A-BDFC86CC4ECF}" destId="{D8BE89D2-22EF-C14B-8B08-5D50B5565AA9}" srcOrd="0" destOrd="0" presId="urn:microsoft.com/office/officeart/2005/8/layout/chevron2"/>
    <dgm:cxn modelId="{BF6E0451-7676-D446-BF06-AD4C83E4442B}" type="presOf" srcId="{71005A5C-619A-4D8C-9A17-1E87CCF03239}" destId="{F06C6CB1-AF04-2145-A9C2-71E6FB8D1760}" srcOrd="0" destOrd="0" presId="urn:microsoft.com/office/officeart/2005/8/layout/chevron2"/>
    <dgm:cxn modelId="{51475457-34DC-D045-90A1-09A8F183B178}" type="presOf" srcId="{4193FD60-5B0C-4A5C-8AD4-F4015F2DA9EA}" destId="{95548E11-C6DB-0746-97F5-202CB3EBBE04}" srcOrd="0" destOrd="0" presId="urn:microsoft.com/office/officeart/2005/8/layout/chevron2"/>
    <dgm:cxn modelId="{6511C05E-7771-F94B-BB48-196A3702AB2D}" type="presOf" srcId="{3B1B0014-5A7D-4EDD-9D14-A0AE7A79082C}" destId="{C5844979-7A24-D143-AE57-C56ACA53CBE9}" srcOrd="0" destOrd="0" presId="urn:microsoft.com/office/officeart/2005/8/layout/chevron2"/>
    <dgm:cxn modelId="{E9BB166A-127F-8B4D-BB1E-AA6904FB07AF}" type="presOf" srcId="{B819C6F6-0C88-CB44-A3F4-9B82856D5C90}" destId="{ECB1E569-9138-9644-8708-B00DC7E14F86}" srcOrd="0" destOrd="0" presId="urn:microsoft.com/office/officeart/2005/8/layout/chevron2"/>
    <dgm:cxn modelId="{7F6E5374-9912-D745-B894-7F266E53E856}" type="presOf" srcId="{8FC5EB36-3AC5-D340-8B42-8F5F2882E585}" destId="{C7BF51C0-013A-F24C-AE47-2FF1D69520E5}" srcOrd="0" destOrd="0" presId="urn:microsoft.com/office/officeart/2005/8/layout/chevron2"/>
    <dgm:cxn modelId="{56C1B277-6F7C-2549-8B9C-7CE3B221BE1C}" srcId="{FEC6FB12-0548-F04E-B67F-1A798DE26765}" destId="{9AB614AA-07B6-614E-9F7D-89D09CB6DBF4}" srcOrd="0" destOrd="0" parTransId="{B0816A24-AFD1-9F45-8AE9-FF853B89A964}" sibTransId="{F9FC0125-644C-1045-8262-DEEF984D5F98}"/>
    <dgm:cxn modelId="{2BC0367D-A8F1-2949-9D23-57E503FDA710}" type="presOf" srcId="{9AB614AA-07B6-614E-9F7D-89D09CB6DBF4}" destId="{D847C35F-93E4-754D-9053-88EB8C06AC7B}" srcOrd="0" destOrd="0" presId="urn:microsoft.com/office/officeart/2005/8/layout/chevron2"/>
    <dgm:cxn modelId="{A4E3D686-F9FE-904C-8675-AFC274A7BD78}" srcId="{3A2A6884-C832-461D-9034-5B4A8A157F5B}" destId="{81EF3B36-AC74-924B-88A6-39F4D76335B1}" srcOrd="0" destOrd="0" parTransId="{920949A8-2AE9-E748-95CD-6CB7FF6835E2}" sibTransId="{154CEBEC-D723-C54D-B2D3-D0A0AF460194}"/>
    <dgm:cxn modelId="{2EBACC8A-F707-8A41-960A-23B1C203C0EA}" type="presOf" srcId="{CB7FE6E7-7E64-1F4A-B274-C5ABB2CC43AB}" destId="{A3302122-96C2-404A-8C2A-7076BE9CE463}" srcOrd="0" destOrd="0" presId="urn:microsoft.com/office/officeart/2005/8/layout/chevron2"/>
    <dgm:cxn modelId="{7677818E-E68C-494E-8097-F094146B7ED9}" srcId="{71005A5C-619A-4D8C-9A17-1E87CCF03239}" destId="{8FC5EB36-3AC5-D340-8B42-8F5F2882E585}" srcOrd="0" destOrd="0" parTransId="{B7784D39-F283-5847-A966-EF3B0E7ECC34}" sibTransId="{E83AC234-7494-BF46-8058-B0EDA8B881B8}"/>
    <dgm:cxn modelId="{8F152492-8540-3D43-B288-1AECDE2C6DC3}" type="presOf" srcId="{81EF3B36-AC74-924B-88A6-39F4D76335B1}" destId="{C3E8C601-8722-0342-96F8-53869361B175}" srcOrd="0" destOrd="0" presId="urn:microsoft.com/office/officeart/2005/8/layout/chevron2"/>
    <dgm:cxn modelId="{166B1C9E-C0BD-F24C-9596-1058EAAE6D83}" srcId="{3B1B0014-5A7D-4EDD-9D14-A0AE7A79082C}" destId="{B819C6F6-0C88-CB44-A3F4-9B82856D5C90}" srcOrd="0" destOrd="0" parTransId="{61BEB2B9-863A-A646-B980-4C93EA4618BC}" sibTransId="{222252AB-D56C-2244-9C66-B7F6C4C9C744}"/>
    <dgm:cxn modelId="{989683A6-37DB-6549-A23C-972DA9AF6AF3}" srcId="{4193FD60-5B0C-4A5C-8AD4-F4015F2DA9EA}" destId="{CB7FE6E7-7E64-1F4A-B274-C5ABB2CC43AB}" srcOrd="0" destOrd="0" parTransId="{A8402EE5-76D2-5644-8C3B-97984C580183}" sibTransId="{CF35F8D4-A02F-0948-BC26-9CC4321B90D9}"/>
    <dgm:cxn modelId="{1C0A07C7-FFA1-634E-92B1-BED2F11CC54E}" type="presOf" srcId="{3A2A6884-C832-461D-9034-5B4A8A157F5B}" destId="{8CE938DE-D7CB-D845-A489-4663C16FF2C7}" srcOrd="0" destOrd="0" presId="urn:microsoft.com/office/officeart/2005/8/layout/chevron2"/>
    <dgm:cxn modelId="{AD05D8E4-3FC2-49C9-ACB9-137B38C2CDE3}" srcId="{B206D868-0DE6-4171-B75A-BDFC86CC4ECF}" destId="{3A2A6884-C832-461D-9034-5B4A8A157F5B}" srcOrd="4" destOrd="0" parTransId="{BA6570EB-7D46-4794-9E5A-ECC430963521}" sibTransId="{6424DDDF-8BEB-48D1-A1F8-15A8FD8A0710}"/>
    <dgm:cxn modelId="{4CA9F7E7-0EA2-4CDE-93E3-DB61B3CB2B21}" srcId="{B206D868-0DE6-4171-B75A-BDFC86CC4ECF}" destId="{4193FD60-5B0C-4A5C-8AD4-F4015F2DA9EA}" srcOrd="2" destOrd="0" parTransId="{45FD7E71-73F1-412D-ACDA-77CE37F1080A}" sibTransId="{6A096BE6-BFF4-4DEE-A36C-3A6C2BC53803}"/>
    <dgm:cxn modelId="{7BD44DF3-4312-4B4E-91EE-77A87917C19F}" srcId="{B206D868-0DE6-4171-B75A-BDFC86CC4ECF}" destId="{71005A5C-619A-4D8C-9A17-1E87CCF03239}" srcOrd="3" destOrd="0" parTransId="{E5FA13CD-D903-49EB-A22D-46931DF80EF9}" sibTransId="{085FC246-5DCA-4E55-A42D-30D80A8C625A}"/>
    <dgm:cxn modelId="{1120E7FE-B58F-4079-BCD5-195979968863}" srcId="{B206D868-0DE6-4171-B75A-BDFC86CC4ECF}" destId="{3B1B0014-5A7D-4EDD-9D14-A0AE7A79082C}" srcOrd="0" destOrd="0" parTransId="{4F5B23C7-B498-455B-811C-F9A87BE623FE}" sibTransId="{6CF7343D-5CEF-40D9-A3AD-184418D72CAB}"/>
    <dgm:cxn modelId="{52E08949-41D3-7345-A537-3248DF023232}" type="presParOf" srcId="{D8BE89D2-22EF-C14B-8B08-5D50B5565AA9}" destId="{17102D18-8D08-2444-A443-EAB0EBC0C29C}" srcOrd="0" destOrd="0" presId="urn:microsoft.com/office/officeart/2005/8/layout/chevron2"/>
    <dgm:cxn modelId="{D170F2F0-1584-8249-A7B4-8AAE6A0781E2}" type="presParOf" srcId="{17102D18-8D08-2444-A443-EAB0EBC0C29C}" destId="{C5844979-7A24-D143-AE57-C56ACA53CBE9}" srcOrd="0" destOrd="0" presId="urn:microsoft.com/office/officeart/2005/8/layout/chevron2"/>
    <dgm:cxn modelId="{28C88ABA-5646-2B4E-95F4-620468BCE5EF}" type="presParOf" srcId="{17102D18-8D08-2444-A443-EAB0EBC0C29C}" destId="{ECB1E569-9138-9644-8708-B00DC7E14F86}" srcOrd="1" destOrd="0" presId="urn:microsoft.com/office/officeart/2005/8/layout/chevron2"/>
    <dgm:cxn modelId="{B14983C2-C717-EB49-9C5B-2B8FAEE085B5}" type="presParOf" srcId="{D8BE89D2-22EF-C14B-8B08-5D50B5565AA9}" destId="{ED759F18-1556-8B44-965C-F7CF8D7EE195}" srcOrd="1" destOrd="0" presId="urn:microsoft.com/office/officeart/2005/8/layout/chevron2"/>
    <dgm:cxn modelId="{73996082-0E07-054B-A875-6D705C5836E1}" type="presParOf" srcId="{D8BE89D2-22EF-C14B-8B08-5D50B5565AA9}" destId="{4280085C-E6E0-4547-8B28-9E79489DBBA8}" srcOrd="2" destOrd="0" presId="urn:microsoft.com/office/officeart/2005/8/layout/chevron2"/>
    <dgm:cxn modelId="{96DF5BB1-F5D0-2E44-9444-E99F1B892C2C}" type="presParOf" srcId="{4280085C-E6E0-4547-8B28-9E79489DBBA8}" destId="{8A02E331-426E-DB41-B3F3-526B8B4BD963}" srcOrd="0" destOrd="0" presId="urn:microsoft.com/office/officeart/2005/8/layout/chevron2"/>
    <dgm:cxn modelId="{C664477F-8E16-CF43-81F6-027777ABCA8D}" type="presParOf" srcId="{4280085C-E6E0-4547-8B28-9E79489DBBA8}" destId="{D847C35F-93E4-754D-9053-88EB8C06AC7B}" srcOrd="1" destOrd="0" presId="urn:microsoft.com/office/officeart/2005/8/layout/chevron2"/>
    <dgm:cxn modelId="{ED0B1724-2196-1F46-9CCA-62CECFA3B8CB}" type="presParOf" srcId="{D8BE89D2-22EF-C14B-8B08-5D50B5565AA9}" destId="{34952485-A062-7F43-BF41-B5BCDE71D1AE}" srcOrd="3" destOrd="0" presId="urn:microsoft.com/office/officeart/2005/8/layout/chevron2"/>
    <dgm:cxn modelId="{8A9CA507-CAF1-344D-B69D-4150894193D1}" type="presParOf" srcId="{D8BE89D2-22EF-C14B-8B08-5D50B5565AA9}" destId="{4D5DC8C5-01DA-A243-A993-943A3BABB07A}" srcOrd="4" destOrd="0" presId="urn:microsoft.com/office/officeart/2005/8/layout/chevron2"/>
    <dgm:cxn modelId="{D8A74440-5885-554F-BE04-8D420A0EC195}" type="presParOf" srcId="{4D5DC8C5-01DA-A243-A993-943A3BABB07A}" destId="{95548E11-C6DB-0746-97F5-202CB3EBBE04}" srcOrd="0" destOrd="0" presId="urn:microsoft.com/office/officeart/2005/8/layout/chevron2"/>
    <dgm:cxn modelId="{62190E08-9092-404E-ACC7-B5AFB2A68C90}" type="presParOf" srcId="{4D5DC8C5-01DA-A243-A993-943A3BABB07A}" destId="{A3302122-96C2-404A-8C2A-7076BE9CE463}" srcOrd="1" destOrd="0" presId="urn:microsoft.com/office/officeart/2005/8/layout/chevron2"/>
    <dgm:cxn modelId="{B352BAA9-BBB9-8844-9288-32752051FEB5}" type="presParOf" srcId="{D8BE89D2-22EF-C14B-8B08-5D50B5565AA9}" destId="{8B046F40-6382-404E-8DAD-25CE0CD228E2}" srcOrd="5" destOrd="0" presId="urn:microsoft.com/office/officeart/2005/8/layout/chevron2"/>
    <dgm:cxn modelId="{DF10772E-2609-3346-9CBC-A84B9CA5385A}" type="presParOf" srcId="{D8BE89D2-22EF-C14B-8B08-5D50B5565AA9}" destId="{188C7D17-7034-6942-96FE-19DDB53F8C71}" srcOrd="6" destOrd="0" presId="urn:microsoft.com/office/officeart/2005/8/layout/chevron2"/>
    <dgm:cxn modelId="{98BBF044-7CB0-2441-8865-F5A70EC59F76}" type="presParOf" srcId="{188C7D17-7034-6942-96FE-19DDB53F8C71}" destId="{F06C6CB1-AF04-2145-A9C2-71E6FB8D1760}" srcOrd="0" destOrd="0" presId="urn:microsoft.com/office/officeart/2005/8/layout/chevron2"/>
    <dgm:cxn modelId="{03CB2656-8362-7A48-B205-AF38165158F4}" type="presParOf" srcId="{188C7D17-7034-6942-96FE-19DDB53F8C71}" destId="{C7BF51C0-013A-F24C-AE47-2FF1D69520E5}" srcOrd="1" destOrd="0" presId="urn:microsoft.com/office/officeart/2005/8/layout/chevron2"/>
    <dgm:cxn modelId="{BA01B8DB-65DE-7642-8D0F-9B89CC4D3B88}" type="presParOf" srcId="{D8BE89D2-22EF-C14B-8B08-5D50B5565AA9}" destId="{3E575A58-8ABE-2D41-851D-74364EB0BBAF}" srcOrd="7" destOrd="0" presId="urn:microsoft.com/office/officeart/2005/8/layout/chevron2"/>
    <dgm:cxn modelId="{C7C3A8BB-C1B5-A740-A434-DD07059E7549}" type="presParOf" srcId="{D8BE89D2-22EF-C14B-8B08-5D50B5565AA9}" destId="{1B879698-BD8C-C546-BF1F-2769341A737C}" srcOrd="8" destOrd="0" presId="urn:microsoft.com/office/officeart/2005/8/layout/chevron2"/>
    <dgm:cxn modelId="{D52A8728-8AB5-0149-B564-5EF7CE072D38}" type="presParOf" srcId="{1B879698-BD8C-C546-BF1F-2769341A737C}" destId="{8CE938DE-D7CB-D845-A489-4663C16FF2C7}" srcOrd="0" destOrd="0" presId="urn:microsoft.com/office/officeart/2005/8/layout/chevron2"/>
    <dgm:cxn modelId="{3125BE2E-22C8-D44D-AC79-C56BA09A470A}" type="presParOf" srcId="{1B879698-BD8C-C546-BF1F-2769341A737C}" destId="{C3E8C601-8722-0342-96F8-53869361B17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06D868-0DE6-4171-B75A-BDFC86CC4ECF}" type="doc">
      <dgm:prSet loTypeId="urn:microsoft.com/office/officeart/2005/8/layout/chevron2" loCatId="list" qsTypeId="urn:microsoft.com/office/officeart/2005/8/quickstyle/3d3" qsCatId="3D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3B1B0014-5A7D-4EDD-9D14-A0AE7A79082C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Review Available Resources</a:t>
          </a:r>
        </a:p>
      </dgm:t>
    </dgm:pt>
    <dgm:pt modelId="{4F5B23C7-B498-455B-811C-F9A87BE623FE}" type="parTrans" cxnId="{1120E7FE-B58F-4079-BCD5-195979968863}">
      <dgm:prSet/>
      <dgm:spPr/>
      <dgm:t>
        <a:bodyPr/>
        <a:lstStyle/>
        <a:p>
          <a:endParaRPr lang="en-US"/>
        </a:p>
      </dgm:t>
    </dgm:pt>
    <dgm:pt modelId="{6CF7343D-5CEF-40D9-A3AD-184418D72CAB}" type="sibTrans" cxnId="{1120E7FE-B58F-4079-BCD5-195979968863}">
      <dgm:prSet/>
      <dgm:spPr/>
      <dgm:t>
        <a:bodyPr/>
        <a:lstStyle/>
        <a:p>
          <a:endParaRPr lang="en-US"/>
        </a:p>
      </dgm:t>
    </dgm:pt>
    <dgm:pt modelId="{4193FD60-5B0C-4A5C-8AD4-F4015F2DA9EA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Build a Multi-Format Program</a:t>
          </a:r>
        </a:p>
      </dgm:t>
    </dgm:pt>
    <dgm:pt modelId="{45FD7E71-73F1-412D-ACDA-77CE37F1080A}" type="parTrans" cxnId="{4CA9F7E7-0EA2-4CDE-93E3-DB61B3CB2B21}">
      <dgm:prSet/>
      <dgm:spPr/>
      <dgm:t>
        <a:bodyPr/>
        <a:lstStyle/>
        <a:p>
          <a:endParaRPr lang="en-US"/>
        </a:p>
      </dgm:t>
    </dgm:pt>
    <dgm:pt modelId="{6A096BE6-BFF4-4DEE-A36C-3A6C2BC53803}" type="sibTrans" cxnId="{4CA9F7E7-0EA2-4CDE-93E3-DB61B3CB2B21}">
      <dgm:prSet/>
      <dgm:spPr/>
      <dgm:t>
        <a:bodyPr/>
        <a:lstStyle/>
        <a:p>
          <a:endParaRPr lang="en-US"/>
        </a:p>
      </dgm:t>
    </dgm:pt>
    <dgm:pt modelId="{71005A5C-619A-4D8C-9A17-1E87CCF03239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Engage Leadership</a:t>
          </a:r>
        </a:p>
      </dgm:t>
    </dgm:pt>
    <dgm:pt modelId="{E5FA13CD-D903-49EB-A22D-46931DF80EF9}" type="parTrans" cxnId="{7BD44DF3-4312-4B4E-91EE-77A87917C19F}">
      <dgm:prSet/>
      <dgm:spPr/>
      <dgm:t>
        <a:bodyPr/>
        <a:lstStyle/>
        <a:p>
          <a:endParaRPr lang="en-US"/>
        </a:p>
      </dgm:t>
    </dgm:pt>
    <dgm:pt modelId="{085FC246-5DCA-4E55-A42D-30D80A8C625A}" type="sibTrans" cxnId="{7BD44DF3-4312-4B4E-91EE-77A87917C19F}">
      <dgm:prSet/>
      <dgm:spPr/>
      <dgm:t>
        <a:bodyPr/>
        <a:lstStyle/>
        <a:p>
          <a:endParaRPr lang="en-US"/>
        </a:p>
      </dgm:t>
    </dgm:pt>
    <dgm:pt modelId="{3A2A6884-C832-461D-9034-5B4A8A157F5B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Measure &amp; Repeat</a:t>
          </a:r>
        </a:p>
      </dgm:t>
    </dgm:pt>
    <dgm:pt modelId="{BA6570EB-7D46-4794-9E5A-ECC430963521}" type="parTrans" cxnId="{AD05D8E4-3FC2-49C9-ACB9-137B38C2CDE3}">
      <dgm:prSet/>
      <dgm:spPr/>
      <dgm:t>
        <a:bodyPr/>
        <a:lstStyle/>
        <a:p>
          <a:endParaRPr lang="en-US"/>
        </a:p>
      </dgm:t>
    </dgm:pt>
    <dgm:pt modelId="{6424DDDF-8BEB-48D1-A1F8-15A8FD8A0710}" type="sibTrans" cxnId="{AD05D8E4-3FC2-49C9-ACB9-137B38C2CDE3}">
      <dgm:prSet/>
      <dgm:spPr/>
      <dgm:t>
        <a:bodyPr/>
        <a:lstStyle/>
        <a:p>
          <a:endParaRPr lang="en-US"/>
        </a:p>
      </dgm:t>
    </dgm:pt>
    <dgm:pt modelId="{FEC6FB12-0548-F04E-B67F-1A798DE26765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Align to Themes</a:t>
          </a:r>
        </a:p>
      </dgm:t>
    </dgm:pt>
    <dgm:pt modelId="{0A9B0328-04D2-054D-91FB-487EE89F30B0}" type="parTrans" cxnId="{D4A35A16-775C-2C47-AECF-CEDD3BD27741}">
      <dgm:prSet/>
      <dgm:spPr/>
      <dgm:t>
        <a:bodyPr/>
        <a:lstStyle/>
        <a:p>
          <a:endParaRPr lang="en-US"/>
        </a:p>
      </dgm:t>
    </dgm:pt>
    <dgm:pt modelId="{A7750E61-62DF-3C43-B119-9C19B106D3C9}" type="sibTrans" cxnId="{D4A35A16-775C-2C47-AECF-CEDD3BD27741}">
      <dgm:prSet/>
      <dgm:spPr/>
      <dgm:t>
        <a:bodyPr/>
        <a:lstStyle/>
        <a:p>
          <a:endParaRPr lang="en-US"/>
        </a:p>
      </dgm:t>
    </dgm:pt>
    <dgm:pt modelId="{B819C6F6-0C88-CB44-A3F4-9B82856D5C90}">
      <dgm:prSet/>
      <dgm:spPr/>
      <dgm:t>
        <a:bodyPr/>
        <a:lstStyle/>
        <a:p>
          <a:r>
            <a:rPr lang="en-US" dirty="0"/>
            <a:t>Explore CISA's toolkits, tip sheets, and awareness campaign materials.</a:t>
          </a:r>
        </a:p>
      </dgm:t>
    </dgm:pt>
    <dgm:pt modelId="{61BEB2B9-863A-A646-B980-4C93EA4618BC}" type="parTrans" cxnId="{166B1C9E-C0BD-F24C-9596-1058EAAE6D83}">
      <dgm:prSet/>
      <dgm:spPr/>
      <dgm:t>
        <a:bodyPr/>
        <a:lstStyle/>
        <a:p>
          <a:endParaRPr lang="en-US"/>
        </a:p>
      </dgm:t>
    </dgm:pt>
    <dgm:pt modelId="{222252AB-D56C-2244-9C66-B7F6C4C9C744}" type="sibTrans" cxnId="{166B1C9E-C0BD-F24C-9596-1058EAAE6D83}">
      <dgm:prSet/>
      <dgm:spPr/>
      <dgm:t>
        <a:bodyPr/>
        <a:lstStyle/>
        <a:p>
          <a:endParaRPr lang="en-US"/>
        </a:p>
      </dgm:t>
    </dgm:pt>
    <dgm:pt modelId="{9AB614AA-07B6-614E-9F7D-89D09CB6DBF4}">
      <dgm:prSet/>
      <dgm:spPr/>
      <dgm:t>
        <a:bodyPr/>
        <a:lstStyle/>
        <a:p>
          <a:r>
            <a:rPr lang="en-US" dirty="0"/>
            <a:t>CISA organized content around four key behaviors: Strong Passwords, Multi-Factor Authentication, Recognize Phishing, and Updating Software.</a:t>
          </a:r>
        </a:p>
      </dgm:t>
    </dgm:pt>
    <dgm:pt modelId="{B0816A24-AFD1-9F45-8AE9-FF853B89A964}" type="parTrans" cxnId="{56C1B277-6F7C-2549-8B9C-7CE3B221BE1C}">
      <dgm:prSet/>
      <dgm:spPr/>
      <dgm:t>
        <a:bodyPr/>
        <a:lstStyle/>
        <a:p>
          <a:endParaRPr lang="en-US"/>
        </a:p>
      </dgm:t>
    </dgm:pt>
    <dgm:pt modelId="{F9FC0125-644C-1045-8262-DEEF984D5F98}" type="sibTrans" cxnId="{56C1B277-6F7C-2549-8B9C-7CE3B221BE1C}">
      <dgm:prSet/>
      <dgm:spPr/>
      <dgm:t>
        <a:bodyPr/>
        <a:lstStyle/>
        <a:p>
          <a:endParaRPr lang="en-US"/>
        </a:p>
      </dgm:t>
    </dgm:pt>
    <dgm:pt modelId="{CB7FE6E7-7E64-1F4A-B274-C5ABB2CC43AB}">
      <dgm:prSet/>
      <dgm:spPr/>
      <dgm:t>
        <a:bodyPr/>
        <a:lstStyle/>
        <a:p>
          <a:r>
            <a:rPr lang="en-US" dirty="0"/>
            <a:t>combine CISA materials with emails, posters, short videos, and lunch-and-learn sessions.</a:t>
          </a:r>
        </a:p>
      </dgm:t>
    </dgm:pt>
    <dgm:pt modelId="{A8402EE5-76D2-5644-8C3B-97984C580183}" type="parTrans" cxnId="{989683A6-37DB-6549-A23C-972DA9AF6AF3}">
      <dgm:prSet/>
      <dgm:spPr/>
      <dgm:t>
        <a:bodyPr/>
        <a:lstStyle/>
        <a:p>
          <a:endParaRPr lang="en-US"/>
        </a:p>
      </dgm:t>
    </dgm:pt>
    <dgm:pt modelId="{CF35F8D4-A02F-0948-BC26-9CC4321B90D9}" type="sibTrans" cxnId="{989683A6-37DB-6549-A23C-972DA9AF6AF3}">
      <dgm:prSet/>
      <dgm:spPr/>
      <dgm:t>
        <a:bodyPr/>
        <a:lstStyle/>
        <a:p>
          <a:endParaRPr lang="en-US"/>
        </a:p>
      </dgm:t>
    </dgm:pt>
    <dgm:pt modelId="{8FC5EB36-3AC5-D340-8B42-8F5F2882E585}">
      <dgm:prSet/>
      <dgm:spPr/>
      <dgm:t>
        <a:bodyPr/>
        <a:lstStyle/>
        <a:p>
          <a:r>
            <a:rPr lang="en-US" dirty="0"/>
            <a:t>use CISA's messaging to secure executive sponsorship and communicate risk in business terms.</a:t>
          </a:r>
        </a:p>
      </dgm:t>
    </dgm:pt>
    <dgm:pt modelId="{B7784D39-F283-5847-A966-EF3B0E7ECC34}" type="parTrans" cxnId="{7677818E-E68C-494E-8097-F094146B7ED9}">
      <dgm:prSet/>
      <dgm:spPr/>
      <dgm:t>
        <a:bodyPr/>
        <a:lstStyle/>
        <a:p>
          <a:endParaRPr lang="en-US"/>
        </a:p>
      </dgm:t>
    </dgm:pt>
    <dgm:pt modelId="{E83AC234-7494-BF46-8058-B0EDA8B881B8}" type="sibTrans" cxnId="{7677818E-E68C-494E-8097-F094146B7ED9}">
      <dgm:prSet/>
      <dgm:spPr/>
      <dgm:t>
        <a:bodyPr/>
        <a:lstStyle/>
        <a:p>
          <a:endParaRPr lang="en-US"/>
        </a:p>
      </dgm:t>
    </dgm:pt>
    <dgm:pt modelId="{81EF3B36-AC74-924B-88A6-39F4D76335B1}">
      <dgm:prSet/>
      <dgm:spPr/>
      <dgm:t>
        <a:bodyPr/>
        <a:lstStyle/>
        <a:p>
          <a:r>
            <a:rPr lang="en-US" dirty="0"/>
            <a:t>Track participation and awareness over time.  Refresh content using CISA's annual Cybersecurity Awareness Month campaigns.</a:t>
          </a:r>
        </a:p>
      </dgm:t>
    </dgm:pt>
    <dgm:pt modelId="{920949A8-2AE9-E748-95CD-6CB7FF6835E2}" type="parTrans" cxnId="{A4E3D686-F9FE-904C-8675-AFC274A7BD78}">
      <dgm:prSet/>
      <dgm:spPr/>
      <dgm:t>
        <a:bodyPr/>
        <a:lstStyle/>
        <a:p>
          <a:endParaRPr lang="en-US"/>
        </a:p>
      </dgm:t>
    </dgm:pt>
    <dgm:pt modelId="{154CEBEC-D723-C54D-B2D3-D0A0AF460194}" type="sibTrans" cxnId="{A4E3D686-F9FE-904C-8675-AFC274A7BD78}">
      <dgm:prSet/>
      <dgm:spPr/>
      <dgm:t>
        <a:bodyPr/>
        <a:lstStyle/>
        <a:p>
          <a:endParaRPr lang="en-US"/>
        </a:p>
      </dgm:t>
    </dgm:pt>
    <dgm:pt modelId="{D8BE89D2-22EF-C14B-8B08-5D50B5565AA9}" type="pres">
      <dgm:prSet presAssocID="{B206D868-0DE6-4171-B75A-BDFC86CC4ECF}" presName="linearFlow" presStyleCnt="0">
        <dgm:presLayoutVars>
          <dgm:dir/>
          <dgm:animLvl val="lvl"/>
          <dgm:resizeHandles val="exact"/>
        </dgm:presLayoutVars>
      </dgm:prSet>
      <dgm:spPr/>
    </dgm:pt>
    <dgm:pt modelId="{17102D18-8D08-2444-A443-EAB0EBC0C29C}" type="pres">
      <dgm:prSet presAssocID="{3B1B0014-5A7D-4EDD-9D14-A0AE7A79082C}" presName="composite" presStyleCnt="0"/>
      <dgm:spPr/>
    </dgm:pt>
    <dgm:pt modelId="{C5844979-7A24-D143-AE57-C56ACA53CBE9}" type="pres">
      <dgm:prSet presAssocID="{3B1B0014-5A7D-4EDD-9D14-A0AE7A79082C}" presName="parentText" presStyleLbl="alignNode1" presStyleIdx="0" presStyleCnt="5" custScaleX="180389">
        <dgm:presLayoutVars>
          <dgm:chMax val="1"/>
          <dgm:bulletEnabled val="1"/>
        </dgm:presLayoutVars>
      </dgm:prSet>
      <dgm:spPr/>
    </dgm:pt>
    <dgm:pt modelId="{ECB1E569-9138-9644-8708-B00DC7E14F86}" type="pres">
      <dgm:prSet presAssocID="{3B1B0014-5A7D-4EDD-9D14-A0AE7A79082C}" presName="descendantText" presStyleLbl="alignAcc1" presStyleIdx="0" presStyleCnt="5" custScaleX="88641">
        <dgm:presLayoutVars>
          <dgm:bulletEnabled val="1"/>
        </dgm:presLayoutVars>
      </dgm:prSet>
      <dgm:spPr/>
    </dgm:pt>
    <dgm:pt modelId="{ED759F18-1556-8B44-965C-F7CF8D7EE195}" type="pres">
      <dgm:prSet presAssocID="{6CF7343D-5CEF-40D9-A3AD-184418D72CAB}" presName="sp" presStyleCnt="0"/>
      <dgm:spPr/>
    </dgm:pt>
    <dgm:pt modelId="{4280085C-E6E0-4547-8B28-9E79489DBBA8}" type="pres">
      <dgm:prSet presAssocID="{FEC6FB12-0548-F04E-B67F-1A798DE26765}" presName="composite" presStyleCnt="0"/>
      <dgm:spPr/>
    </dgm:pt>
    <dgm:pt modelId="{8A02E331-426E-DB41-B3F3-526B8B4BD963}" type="pres">
      <dgm:prSet presAssocID="{FEC6FB12-0548-F04E-B67F-1A798DE26765}" presName="parentText" presStyleLbl="alignNode1" presStyleIdx="1" presStyleCnt="5" custScaleX="180389">
        <dgm:presLayoutVars>
          <dgm:chMax val="1"/>
          <dgm:bulletEnabled val="1"/>
        </dgm:presLayoutVars>
      </dgm:prSet>
      <dgm:spPr/>
    </dgm:pt>
    <dgm:pt modelId="{D847C35F-93E4-754D-9053-88EB8C06AC7B}" type="pres">
      <dgm:prSet presAssocID="{FEC6FB12-0548-F04E-B67F-1A798DE26765}" presName="descendantText" presStyleLbl="alignAcc1" presStyleIdx="1" presStyleCnt="5" custScaleX="88933">
        <dgm:presLayoutVars>
          <dgm:bulletEnabled val="1"/>
        </dgm:presLayoutVars>
      </dgm:prSet>
      <dgm:spPr/>
    </dgm:pt>
    <dgm:pt modelId="{34952485-A062-7F43-BF41-B5BCDE71D1AE}" type="pres">
      <dgm:prSet presAssocID="{A7750E61-62DF-3C43-B119-9C19B106D3C9}" presName="sp" presStyleCnt="0"/>
      <dgm:spPr/>
    </dgm:pt>
    <dgm:pt modelId="{4D5DC8C5-01DA-A243-A993-943A3BABB07A}" type="pres">
      <dgm:prSet presAssocID="{4193FD60-5B0C-4A5C-8AD4-F4015F2DA9EA}" presName="composite" presStyleCnt="0"/>
      <dgm:spPr/>
    </dgm:pt>
    <dgm:pt modelId="{95548E11-C6DB-0746-97F5-202CB3EBBE04}" type="pres">
      <dgm:prSet presAssocID="{4193FD60-5B0C-4A5C-8AD4-F4015F2DA9EA}" presName="parentText" presStyleLbl="alignNode1" presStyleIdx="2" presStyleCnt="5" custScaleX="180389">
        <dgm:presLayoutVars>
          <dgm:chMax val="1"/>
          <dgm:bulletEnabled val="1"/>
        </dgm:presLayoutVars>
      </dgm:prSet>
      <dgm:spPr/>
    </dgm:pt>
    <dgm:pt modelId="{A3302122-96C2-404A-8C2A-7076BE9CE463}" type="pres">
      <dgm:prSet presAssocID="{4193FD60-5B0C-4A5C-8AD4-F4015F2DA9EA}" presName="descendantText" presStyleLbl="alignAcc1" presStyleIdx="2" presStyleCnt="5" custScaleX="87928">
        <dgm:presLayoutVars>
          <dgm:bulletEnabled val="1"/>
        </dgm:presLayoutVars>
      </dgm:prSet>
      <dgm:spPr/>
    </dgm:pt>
    <dgm:pt modelId="{8B046F40-6382-404E-8DAD-25CE0CD228E2}" type="pres">
      <dgm:prSet presAssocID="{6A096BE6-BFF4-4DEE-A36C-3A6C2BC53803}" presName="sp" presStyleCnt="0"/>
      <dgm:spPr/>
    </dgm:pt>
    <dgm:pt modelId="{188C7D17-7034-6942-96FE-19DDB53F8C71}" type="pres">
      <dgm:prSet presAssocID="{71005A5C-619A-4D8C-9A17-1E87CCF03239}" presName="composite" presStyleCnt="0"/>
      <dgm:spPr/>
    </dgm:pt>
    <dgm:pt modelId="{F06C6CB1-AF04-2145-A9C2-71E6FB8D1760}" type="pres">
      <dgm:prSet presAssocID="{71005A5C-619A-4D8C-9A17-1E87CCF03239}" presName="parentText" presStyleLbl="alignNode1" presStyleIdx="3" presStyleCnt="5" custScaleX="180389">
        <dgm:presLayoutVars>
          <dgm:chMax val="1"/>
          <dgm:bulletEnabled val="1"/>
        </dgm:presLayoutVars>
      </dgm:prSet>
      <dgm:spPr/>
    </dgm:pt>
    <dgm:pt modelId="{C7BF51C0-013A-F24C-AE47-2FF1D69520E5}" type="pres">
      <dgm:prSet presAssocID="{71005A5C-619A-4D8C-9A17-1E87CCF03239}" presName="descendantText" presStyleLbl="alignAcc1" presStyleIdx="3" presStyleCnt="5" custScaleX="87928">
        <dgm:presLayoutVars>
          <dgm:bulletEnabled val="1"/>
        </dgm:presLayoutVars>
      </dgm:prSet>
      <dgm:spPr/>
    </dgm:pt>
    <dgm:pt modelId="{3E575A58-8ABE-2D41-851D-74364EB0BBAF}" type="pres">
      <dgm:prSet presAssocID="{085FC246-5DCA-4E55-A42D-30D80A8C625A}" presName="sp" presStyleCnt="0"/>
      <dgm:spPr/>
    </dgm:pt>
    <dgm:pt modelId="{1B879698-BD8C-C546-BF1F-2769341A737C}" type="pres">
      <dgm:prSet presAssocID="{3A2A6884-C832-461D-9034-5B4A8A157F5B}" presName="composite" presStyleCnt="0"/>
      <dgm:spPr/>
    </dgm:pt>
    <dgm:pt modelId="{8CE938DE-D7CB-D845-A489-4663C16FF2C7}" type="pres">
      <dgm:prSet presAssocID="{3A2A6884-C832-461D-9034-5B4A8A157F5B}" presName="parentText" presStyleLbl="alignNode1" presStyleIdx="4" presStyleCnt="5" custScaleX="180389">
        <dgm:presLayoutVars>
          <dgm:chMax val="1"/>
          <dgm:bulletEnabled val="1"/>
        </dgm:presLayoutVars>
      </dgm:prSet>
      <dgm:spPr/>
    </dgm:pt>
    <dgm:pt modelId="{C3E8C601-8722-0342-96F8-53869361B175}" type="pres">
      <dgm:prSet presAssocID="{3A2A6884-C832-461D-9034-5B4A8A157F5B}" presName="descendantText" presStyleLbl="alignAcc1" presStyleIdx="4" presStyleCnt="5" custScaleX="87928">
        <dgm:presLayoutVars>
          <dgm:bulletEnabled val="1"/>
        </dgm:presLayoutVars>
      </dgm:prSet>
      <dgm:spPr/>
    </dgm:pt>
  </dgm:ptLst>
  <dgm:cxnLst>
    <dgm:cxn modelId="{7B265C01-67A9-1C43-B6F1-E09D06A0481C}" type="presOf" srcId="{FEC6FB12-0548-F04E-B67F-1A798DE26765}" destId="{8A02E331-426E-DB41-B3F3-526B8B4BD963}" srcOrd="0" destOrd="0" presId="urn:microsoft.com/office/officeart/2005/8/layout/chevron2"/>
    <dgm:cxn modelId="{D4A35A16-775C-2C47-AECF-CEDD3BD27741}" srcId="{B206D868-0DE6-4171-B75A-BDFC86CC4ECF}" destId="{FEC6FB12-0548-F04E-B67F-1A798DE26765}" srcOrd="1" destOrd="0" parTransId="{0A9B0328-04D2-054D-91FB-487EE89F30B0}" sibTransId="{A7750E61-62DF-3C43-B119-9C19B106D3C9}"/>
    <dgm:cxn modelId="{1B269144-5C82-1C4D-9E79-D2868313B578}" type="presOf" srcId="{B206D868-0DE6-4171-B75A-BDFC86CC4ECF}" destId="{D8BE89D2-22EF-C14B-8B08-5D50B5565AA9}" srcOrd="0" destOrd="0" presId="urn:microsoft.com/office/officeart/2005/8/layout/chevron2"/>
    <dgm:cxn modelId="{BF6E0451-7676-D446-BF06-AD4C83E4442B}" type="presOf" srcId="{71005A5C-619A-4D8C-9A17-1E87CCF03239}" destId="{F06C6CB1-AF04-2145-A9C2-71E6FB8D1760}" srcOrd="0" destOrd="0" presId="urn:microsoft.com/office/officeart/2005/8/layout/chevron2"/>
    <dgm:cxn modelId="{51475457-34DC-D045-90A1-09A8F183B178}" type="presOf" srcId="{4193FD60-5B0C-4A5C-8AD4-F4015F2DA9EA}" destId="{95548E11-C6DB-0746-97F5-202CB3EBBE04}" srcOrd="0" destOrd="0" presId="urn:microsoft.com/office/officeart/2005/8/layout/chevron2"/>
    <dgm:cxn modelId="{6511C05E-7771-F94B-BB48-196A3702AB2D}" type="presOf" srcId="{3B1B0014-5A7D-4EDD-9D14-A0AE7A79082C}" destId="{C5844979-7A24-D143-AE57-C56ACA53CBE9}" srcOrd="0" destOrd="0" presId="urn:microsoft.com/office/officeart/2005/8/layout/chevron2"/>
    <dgm:cxn modelId="{E9BB166A-127F-8B4D-BB1E-AA6904FB07AF}" type="presOf" srcId="{B819C6F6-0C88-CB44-A3F4-9B82856D5C90}" destId="{ECB1E569-9138-9644-8708-B00DC7E14F86}" srcOrd="0" destOrd="0" presId="urn:microsoft.com/office/officeart/2005/8/layout/chevron2"/>
    <dgm:cxn modelId="{7F6E5374-9912-D745-B894-7F266E53E856}" type="presOf" srcId="{8FC5EB36-3AC5-D340-8B42-8F5F2882E585}" destId="{C7BF51C0-013A-F24C-AE47-2FF1D69520E5}" srcOrd="0" destOrd="0" presId="urn:microsoft.com/office/officeart/2005/8/layout/chevron2"/>
    <dgm:cxn modelId="{56C1B277-6F7C-2549-8B9C-7CE3B221BE1C}" srcId="{FEC6FB12-0548-F04E-B67F-1A798DE26765}" destId="{9AB614AA-07B6-614E-9F7D-89D09CB6DBF4}" srcOrd="0" destOrd="0" parTransId="{B0816A24-AFD1-9F45-8AE9-FF853B89A964}" sibTransId="{F9FC0125-644C-1045-8262-DEEF984D5F98}"/>
    <dgm:cxn modelId="{2BC0367D-A8F1-2949-9D23-57E503FDA710}" type="presOf" srcId="{9AB614AA-07B6-614E-9F7D-89D09CB6DBF4}" destId="{D847C35F-93E4-754D-9053-88EB8C06AC7B}" srcOrd="0" destOrd="0" presId="urn:microsoft.com/office/officeart/2005/8/layout/chevron2"/>
    <dgm:cxn modelId="{A4E3D686-F9FE-904C-8675-AFC274A7BD78}" srcId="{3A2A6884-C832-461D-9034-5B4A8A157F5B}" destId="{81EF3B36-AC74-924B-88A6-39F4D76335B1}" srcOrd="0" destOrd="0" parTransId="{920949A8-2AE9-E748-95CD-6CB7FF6835E2}" sibTransId="{154CEBEC-D723-C54D-B2D3-D0A0AF460194}"/>
    <dgm:cxn modelId="{2EBACC8A-F707-8A41-960A-23B1C203C0EA}" type="presOf" srcId="{CB7FE6E7-7E64-1F4A-B274-C5ABB2CC43AB}" destId="{A3302122-96C2-404A-8C2A-7076BE9CE463}" srcOrd="0" destOrd="0" presId="urn:microsoft.com/office/officeart/2005/8/layout/chevron2"/>
    <dgm:cxn modelId="{7677818E-E68C-494E-8097-F094146B7ED9}" srcId="{71005A5C-619A-4D8C-9A17-1E87CCF03239}" destId="{8FC5EB36-3AC5-D340-8B42-8F5F2882E585}" srcOrd="0" destOrd="0" parTransId="{B7784D39-F283-5847-A966-EF3B0E7ECC34}" sibTransId="{E83AC234-7494-BF46-8058-B0EDA8B881B8}"/>
    <dgm:cxn modelId="{8F152492-8540-3D43-B288-1AECDE2C6DC3}" type="presOf" srcId="{81EF3B36-AC74-924B-88A6-39F4D76335B1}" destId="{C3E8C601-8722-0342-96F8-53869361B175}" srcOrd="0" destOrd="0" presId="urn:microsoft.com/office/officeart/2005/8/layout/chevron2"/>
    <dgm:cxn modelId="{166B1C9E-C0BD-F24C-9596-1058EAAE6D83}" srcId="{3B1B0014-5A7D-4EDD-9D14-A0AE7A79082C}" destId="{B819C6F6-0C88-CB44-A3F4-9B82856D5C90}" srcOrd="0" destOrd="0" parTransId="{61BEB2B9-863A-A646-B980-4C93EA4618BC}" sibTransId="{222252AB-D56C-2244-9C66-B7F6C4C9C744}"/>
    <dgm:cxn modelId="{989683A6-37DB-6549-A23C-972DA9AF6AF3}" srcId="{4193FD60-5B0C-4A5C-8AD4-F4015F2DA9EA}" destId="{CB7FE6E7-7E64-1F4A-B274-C5ABB2CC43AB}" srcOrd="0" destOrd="0" parTransId="{A8402EE5-76D2-5644-8C3B-97984C580183}" sibTransId="{CF35F8D4-A02F-0948-BC26-9CC4321B90D9}"/>
    <dgm:cxn modelId="{1C0A07C7-FFA1-634E-92B1-BED2F11CC54E}" type="presOf" srcId="{3A2A6884-C832-461D-9034-5B4A8A157F5B}" destId="{8CE938DE-D7CB-D845-A489-4663C16FF2C7}" srcOrd="0" destOrd="0" presId="urn:microsoft.com/office/officeart/2005/8/layout/chevron2"/>
    <dgm:cxn modelId="{AD05D8E4-3FC2-49C9-ACB9-137B38C2CDE3}" srcId="{B206D868-0DE6-4171-B75A-BDFC86CC4ECF}" destId="{3A2A6884-C832-461D-9034-5B4A8A157F5B}" srcOrd="4" destOrd="0" parTransId="{BA6570EB-7D46-4794-9E5A-ECC430963521}" sibTransId="{6424DDDF-8BEB-48D1-A1F8-15A8FD8A0710}"/>
    <dgm:cxn modelId="{4CA9F7E7-0EA2-4CDE-93E3-DB61B3CB2B21}" srcId="{B206D868-0DE6-4171-B75A-BDFC86CC4ECF}" destId="{4193FD60-5B0C-4A5C-8AD4-F4015F2DA9EA}" srcOrd="2" destOrd="0" parTransId="{45FD7E71-73F1-412D-ACDA-77CE37F1080A}" sibTransId="{6A096BE6-BFF4-4DEE-A36C-3A6C2BC53803}"/>
    <dgm:cxn modelId="{7BD44DF3-4312-4B4E-91EE-77A87917C19F}" srcId="{B206D868-0DE6-4171-B75A-BDFC86CC4ECF}" destId="{71005A5C-619A-4D8C-9A17-1E87CCF03239}" srcOrd="3" destOrd="0" parTransId="{E5FA13CD-D903-49EB-A22D-46931DF80EF9}" sibTransId="{085FC246-5DCA-4E55-A42D-30D80A8C625A}"/>
    <dgm:cxn modelId="{1120E7FE-B58F-4079-BCD5-195979968863}" srcId="{B206D868-0DE6-4171-B75A-BDFC86CC4ECF}" destId="{3B1B0014-5A7D-4EDD-9D14-A0AE7A79082C}" srcOrd="0" destOrd="0" parTransId="{4F5B23C7-B498-455B-811C-F9A87BE623FE}" sibTransId="{6CF7343D-5CEF-40D9-A3AD-184418D72CAB}"/>
    <dgm:cxn modelId="{52E08949-41D3-7345-A537-3248DF023232}" type="presParOf" srcId="{D8BE89D2-22EF-C14B-8B08-5D50B5565AA9}" destId="{17102D18-8D08-2444-A443-EAB0EBC0C29C}" srcOrd="0" destOrd="0" presId="urn:microsoft.com/office/officeart/2005/8/layout/chevron2"/>
    <dgm:cxn modelId="{D170F2F0-1584-8249-A7B4-8AAE6A0781E2}" type="presParOf" srcId="{17102D18-8D08-2444-A443-EAB0EBC0C29C}" destId="{C5844979-7A24-D143-AE57-C56ACA53CBE9}" srcOrd="0" destOrd="0" presId="urn:microsoft.com/office/officeart/2005/8/layout/chevron2"/>
    <dgm:cxn modelId="{28C88ABA-5646-2B4E-95F4-620468BCE5EF}" type="presParOf" srcId="{17102D18-8D08-2444-A443-EAB0EBC0C29C}" destId="{ECB1E569-9138-9644-8708-B00DC7E14F86}" srcOrd="1" destOrd="0" presId="urn:microsoft.com/office/officeart/2005/8/layout/chevron2"/>
    <dgm:cxn modelId="{B14983C2-C717-EB49-9C5B-2B8FAEE085B5}" type="presParOf" srcId="{D8BE89D2-22EF-C14B-8B08-5D50B5565AA9}" destId="{ED759F18-1556-8B44-965C-F7CF8D7EE195}" srcOrd="1" destOrd="0" presId="urn:microsoft.com/office/officeart/2005/8/layout/chevron2"/>
    <dgm:cxn modelId="{73996082-0E07-054B-A875-6D705C5836E1}" type="presParOf" srcId="{D8BE89D2-22EF-C14B-8B08-5D50B5565AA9}" destId="{4280085C-E6E0-4547-8B28-9E79489DBBA8}" srcOrd="2" destOrd="0" presId="urn:microsoft.com/office/officeart/2005/8/layout/chevron2"/>
    <dgm:cxn modelId="{96DF5BB1-F5D0-2E44-9444-E99F1B892C2C}" type="presParOf" srcId="{4280085C-E6E0-4547-8B28-9E79489DBBA8}" destId="{8A02E331-426E-DB41-B3F3-526B8B4BD963}" srcOrd="0" destOrd="0" presId="urn:microsoft.com/office/officeart/2005/8/layout/chevron2"/>
    <dgm:cxn modelId="{C664477F-8E16-CF43-81F6-027777ABCA8D}" type="presParOf" srcId="{4280085C-E6E0-4547-8B28-9E79489DBBA8}" destId="{D847C35F-93E4-754D-9053-88EB8C06AC7B}" srcOrd="1" destOrd="0" presId="urn:microsoft.com/office/officeart/2005/8/layout/chevron2"/>
    <dgm:cxn modelId="{ED0B1724-2196-1F46-9CCA-62CECFA3B8CB}" type="presParOf" srcId="{D8BE89D2-22EF-C14B-8B08-5D50B5565AA9}" destId="{34952485-A062-7F43-BF41-B5BCDE71D1AE}" srcOrd="3" destOrd="0" presId="urn:microsoft.com/office/officeart/2005/8/layout/chevron2"/>
    <dgm:cxn modelId="{8A9CA507-CAF1-344D-B69D-4150894193D1}" type="presParOf" srcId="{D8BE89D2-22EF-C14B-8B08-5D50B5565AA9}" destId="{4D5DC8C5-01DA-A243-A993-943A3BABB07A}" srcOrd="4" destOrd="0" presId="urn:microsoft.com/office/officeart/2005/8/layout/chevron2"/>
    <dgm:cxn modelId="{D8A74440-5885-554F-BE04-8D420A0EC195}" type="presParOf" srcId="{4D5DC8C5-01DA-A243-A993-943A3BABB07A}" destId="{95548E11-C6DB-0746-97F5-202CB3EBBE04}" srcOrd="0" destOrd="0" presId="urn:microsoft.com/office/officeart/2005/8/layout/chevron2"/>
    <dgm:cxn modelId="{62190E08-9092-404E-ACC7-B5AFB2A68C90}" type="presParOf" srcId="{4D5DC8C5-01DA-A243-A993-943A3BABB07A}" destId="{A3302122-96C2-404A-8C2A-7076BE9CE463}" srcOrd="1" destOrd="0" presId="urn:microsoft.com/office/officeart/2005/8/layout/chevron2"/>
    <dgm:cxn modelId="{B352BAA9-BBB9-8844-9288-32752051FEB5}" type="presParOf" srcId="{D8BE89D2-22EF-C14B-8B08-5D50B5565AA9}" destId="{8B046F40-6382-404E-8DAD-25CE0CD228E2}" srcOrd="5" destOrd="0" presId="urn:microsoft.com/office/officeart/2005/8/layout/chevron2"/>
    <dgm:cxn modelId="{DF10772E-2609-3346-9CBC-A84B9CA5385A}" type="presParOf" srcId="{D8BE89D2-22EF-C14B-8B08-5D50B5565AA9}" destId="{188C7D17-7034-6942-96FE-19DDB53F8C71}" srcOrd="6" destOrd="0" presId="urn:microsoft.com/office/officeart/2005/8/layout/chevron2"/>
    <dgm:cxn modelId="{98BBF044-7CB0-2441-8865-F5A70EC59F76}" type="presParOf" srcId="{188C7D17-7034-6942-96FE-19DDB53F8C71}" destId="{F06C6CB1-AF04-2145-A9C2-71E6FB8D1760}" srcOrd="0" destOrd="0" presId="urn:microsoft.com/office/officeart/2005/8/layout/chevron2"/>
    <dgm:cxn modelId="{03CB2656-8362-7A48-B205-AF38165158F4}" type="presParOf" srcId="{188C7D17-7034-6942-96FE-19DDB53F8C71}" destId="{C7BF51C0-013A-F24C-AE47-2FF1D69520E5}" srcOrd="1" destOrd="0" presId="urn:microsoft.com/office/officeart/2005/8/layout/chevron2"/>
    <dgm:cxn modelId="{BA01B8DB-65DE-7642-8D0F-9B89CC4D3B88}" type="presParOf" srcId="{D8BE89D2-22EF-C14B-8B08-5D50B5565AA9}" destId="{3E575A58-8ABE-2D41-851D-74364EB0BBAF}" srcOrd="7" destOrd="0" presId="urn:microsoft.com/office/officeart/2005/8/layout/chevron2"/>
    <dgm:cxn modelId="{C7C3A8BB-C1B5-A740-A434-DD07059E7549}" type="presParOf" srcId="{D8BE89D2-22EF-C14B-8B08-5D50B5565AA9}" destId="{1B879698-BD8C-C546-BF1F-2769341A737C}" srcOrd="8" destOrd="0" presId="urn:microsoft.com/office/officeart/2005/8/layout/chevron2"/>
    <dgm:cxn modelId="{D52A8728-8AB5-0149-B564-5EF7CE072D38}" type="presParOf" srcId="{1B879698-BD8C-C546-BF1F-2769341A737C}" destId="{8CE938DE-D7CB-D845-A489-4663C16FF2C7}" srcOrd="0" destOrd="0" presId="urn:microsoft.com/office/officeart/2005/8/layout/chevron2"/>
    <dgm:cxn modelId="{3125BE2E-22C8-D44D-AC79-C56BA09A470A}" type="presParOf" srcId="{1B879698-BD8C-C546-BF1F-2769341A737C}" destId="{C3E8C601-8722-0342-96F8-53869361B17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C6AE9E-9EAB-D14E-96EB-B795B50C3630}" type="doc">
      <dgm:prSet loTypeId="urn:microsoft.com/office/officeart/2005/8/layout/balance1" loCatId="list" qsTypeId="urn:microsoft.com/office/officeart/2005/8/quickstyle/3d1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1352E16-A384-1547-813C-E5F9B57A19CC}">
      <dgm:prSet phldrT="[Text]"/>
      <dgm:spPr/>
      <dgm:t>
        <a:bodyPr/>
        <a:lstStyle/>
        <a:p>
          <a:r>
            <a:rPr lang="en-US" dirty="0"/>
            <a:t>NIST SP 800-50</a:t>
          </a:r>
        </a:p>
      </dgm:t>
    </dgm:pt>
    <dgm:pt modelId="{6038EE4F-BD8F-F54A-893B-349B245BE271}" type="parTrans" cxnId="{F5A08A6F-BBDA-E847-B703-033B217CCC8C}">
      <dgm:prSet/>
      <dgm:spPr/>
      <dgm:t>
        <a:bodyPr/>
        <a:lstStyle/>
        <a:p>
          <a:endParaRPr lang="en-US"/>
        </a:p>
      </dgm:t>
    </dgm:pt>
    <dgm:pt modelId="{4A97C442-C534-1B47-ABF0-B732ED9ABC61}" type="sibTrans" cxnId="{F5A08A6F-BBDA-E847-B703-033B217CCC8C}">
      <dgm:prSet/>
      <dgm:spPr/>
      <dgm:t>
        <a:bodyPr/>
        <a:lstStyle/>
        <a:p>
          <a:endParaRPr lang="en-US"/>
        </a:p>
      </dgm:t>
    </dgm:pt>
    <dgm:pt modelId="{0F20D08C-F773-0A45-8E04-69855E399DA7}">
      <dgm:prSet custT="1"/>
      <dgm:spPr/>
      <dgm:t>
        <a:bodyPr/>
        <a:lstStyle/>
        <a:p>
          <a:r>
            <a:rPr lang="en-US" sz="1600" dirty="0"/>
            <a:t>Compliance &amp; Policy driven-framework</a:t>
          </a:r>
        </a:p>
      </dgm:t>
    </dgm:pt>
    <dgm:pt modelId="{A2A3A22D-3F0D-CD4D-BA48-CA10AFBFD94C}" type="parTrans" cxnId="{52CEF8D9-C7FB-3242-8845-53BC4EE56E62}">
      <dgm:prSet/>
      <dgm:spPr/>
      <dgm:t>
        <a:bodyPr/>
        <a:lstStyle/>
        <a:p>
          <a:endParaRPr lang="en-US"/>
        </a:p>
      </dgm:t>
    </dgm:pt>
    <dgm:pt modelId="{6D70091D-807E-4244-9FBD-AEB4855FD1B2}" type="sibTrans" cxnId="{52CEF8D9-C7FB-3242-8845-53BC4EE56E62}">
      <dgm:prSet/>
      <dgm:spPr/>
      <dgm:t>
        <a:bodyPr/>
        <a:lstStyle/>
        <a:p>
          <a:endParaRPr lang="en-US"/>
        </a:p>
      </dgm:t>
    </dgm:pt>
    <dgm:pt modelId="{C5B9181D-9348-BC45-8359-58C2BB3A289E}">
      <dgm:prSet phldrT="[Text]"/>
      <dgm:spPr/>
      <dgm:t>
        <a:bodyPr/>
        <a:lstStyle/>
        <a:p>
          <a:r>
            <a:rPr lang="en-US" dirty="0"/>
            <a:t>CISA Awareness Program</a:t>
          </a:r>
        </a:p>
      </dgm:t>
    </dgm:pt>
    <dgm:pt modelId="{BB58A90D-AEA6-2B41-A9B7-0E29A6B9D06F}" type="parTrans" cxnId="{DE3B494E-6C7E-C541-9C03-212F15E4CF2E}">
      <dgm:prSet/>
      <dgm:spPr/>
      <dgm:t>
        <a:bodyPr/>
        <a:lstStyle/>
        <a:p>
          <a:endParaRPr lang="en-US"/>
        </a:p>
      </dgm:t>
    </dgm:pt>
    <dgm:pt modelId="{A625A1BD-0826-7043-8501-FBE2629AE7B2}" type="sibTrans" cxnId="{DE3B494E-6C7E-C541-9C03-212F15E4CF2E}">
      <dgm:prSet/>
      <dgm:spPr/>
      <dgm:t>
        <a:bodyPr/>
        <a:lstStyle/>
        <a:p>
          <a:endParaRPr lang="en-US"/>
        </a:p>
      </dgm:t>
    </dgm:pt>
    <dgm:pt modelId="{37859DAA-AFD6-774F-9362-ACB3B0B95D18}">
      <dgm:prSet phldrT="[Text]" custT="1"/>
      <dgm:spPr/>
      <dgm:t>
        <a:bodyPr/>
        <a:lstStyle/>
        <a:p>
          <a:r>
            <a:rPr lang="en-US" sz="1600" dirty="0"/>
            <a:t>Practical behavior-change resources</a:t>
          </a:r>
        </a:p>
      </dgm:t>
    </dgm:pt>
    <dgm:pt modelId="{C354DCF6-7231-D947-BDBF-4E7651093F49}" type="parTrans" cxnId="{3F163C81-5C05-064C-BBF6-95785BDFA93E}">
      <dgm:prSet/>
      <dgm:spPr/>
      <dgm:t>
        <a:bodyPr/>
        <a:lstStyle/>
        <a:p>
          <a:endParaRPr lang="en-US"/>
        </a:p>
      </dgm:t>
    </dgm:pt>
    <dgm:pt modelId="{7DD50433-A795-CC4B-A474-8D11AB0DB7AD}" type="sibTrans" cxnId="{3F163C81-5C05-064C-BBF6-95785BDFA93E}">
      <dgm:prSet/>
      <dgm:spPr/>
      <dgm:t>
        <a:bodyPr/>
        <a:lstStyle/>
        <a:p>
          <a:endParaRPr lang="en-US"/>
        </a:p>
      </dgm:t>
    </dgm:pt>
    <dgm:pt modelId="{24E23A5B-31B2-1542-B480-C0703A130D3D}">
      <dgm:prSet custT="1"/>
      <dgm:spPr/>
      <dgm:t>
        <a:bodyPr/>
        <a:lstStyle/>
        <a:p>
          <a:r>
            <a:rPr lang="en-US" sz="1600"/>
            <a:t>Best for: Regulated industries, audit readiness</a:t>
          </a:r>
        </a:p>
      </dgm:t>
    </dgm:pt>
    <dgm:pt modelId="{830C695E-1DB6-C643-93B8-596CA59DFFC7}" type="parTrans" cxnId="{3DA4719A-A7DE-604F-AD21-8DDB45785B5C}">
      <dgm:prSet/>
      <dgm:spPr/>
      <dgm:t>
        <a:bodyPr/>
        <a:lstStyle/>
        <a:p>
          <a:endParaRPr lang="en-US"/>
        </a:p>
      </dgm:t>
    </dgm:pt>
    <dgm:pt modelId="{63BC96D3-D09E-C948-868F-589FBAF44ECF}" type="sibTrans" cxnId="{3DA4719A-A7DE-604F-AD21-8DDB45785B5C}">
      <dgm:prSet/>
      <dgm:spPr/>
      <dgm:t>
        <a:bodyPr/>
        <a:lstStyle/>
        <a:p>
          <a:endParaRPr lang="en-US"/>
        </a:p>
      </dgm:t>
    </dgm:pt>
    <dgm:pt modelId="{C9E9C4D3-1739-2549-B829-52B94E822BDF}">
      <dgm:prSet custT="1"/>
      <dgm:spPr/>
      <dgm:t>
        <a:bodyPr/>
        <a:lstStyle/>
        <a:p>
          <a:r>
            <a:rPr lang="en-US" sz="1600" dirty="0"/>
            <a:t>Can be hard to understand for non-technical personnel (needs translation by security personnel)</a:t>
          </a:r>
        </a:p>
      </dgm:t>
    </dgm:pt>
    <dgm:pt modelId="{BB00633E-C46F-0F40-B46D-07749E4B0BBD}" type="parTrans" cxnId="{B6B86817-4BCE-0147-BE21-C575BE964146}">
      <dgm:prSet/>
      <dgm:spPr/>
      <dgm:t>
        <a:bodyPr/>
        <a:lstStyle/>
        <a:p>
          <a:endParaRPr lang="en-US"/>
        </a:p>
      </dgm:t>
    </dgm:pt>
    <dgm:pt modelId="{BF9887A2-B1CC-0D4D-8626-9D373D30DA7E}" type="sibTrans" cxnId="{B6B86817-4BCE-0147-BE21-C575BE964146}">
      <dgm:prSet/>
      <dgm:spPr/>
      <dgm:t>
        <a:bodyPr/>
        <a:lstStyle/>
        <a:p>
          <a:endParaRPr lang="en-US"/>
        </a:p>
      </dgm:t>
    </dgm:pt>
    <dgm:pt modelId="{92187C05-2908-7A4B-A6E0-F21DC6717585}">
      <dgm:prSet custT="1"/>
      <dgm:spPr/>
      <dgm:t>
        <a:bodyPr/>
        <a:lstStyle/>
        <a:p>
          <a:r>
            <a:rPr lang="en-US" sz="1600" dirty="0"/>
            <a:t>Tracking: training completion and role-based assessments</a:t>
          </a:r>
        </a:p>
      </dgm:t>
    </dgm:pt>
    <dgm:pt modelId="{ABB0FECC-989F-934D-8250-6885FF1C2802}" type="parTrans" cxnId="{4CD473AC-CC97-2046-9ECF-FF08F8693812}">
      <dgm:prSet/>
      <dgm:spPr/>
      <dgm:t>
        <a:bodyPr/>
        <a:lstStyle/>
        <a:p>
          <a:endParaRPr lang="en-US"/>
        </a:p>
      </dgm:t>
    </dgm:pt>
    <dgm:pt modelId="{6C241427-D0D6-FB46-B89F-C9B3F7EB751B}" type="sibTrans" cxnId="{4CD473AC-CC97-2046-9ECF-FF08F8693812}">
      <dgm:prSet/>
      <dgm:spPr/>
      <dgm:t>
        <a:bodyPr/>
        <a:lstStyle/>
        <a:p>
          <a:endParaRPr lang="en-US"/>
        </a:p>
      </dgm:t>
    </dgm:pt>
    <dgm:pt modelId="{79142D60-6423-794A-A0F1-F37E958DBBAE}">
      <dgm:prSet custT="1"/>
      <dgm:spPr/>
      <dgm:t>
        <a:bodyPr/>
        <a:lstStyle/>
        <a:p>
          <a:r>
            <a:rPr lang="en-US" sz="1600" dirty="0"/>
            <a:t>Best For: Any organization (rapid, low-cost deployment)</a:t>
          </a:r>
        </a:p>
      </dgm:t>
    </dgm:pt>
    <dgm:pt modelId="{8E0BB0D8-07D4-3748-A7C1-7E09EFD41F84}" type="parTrans" cxnId="{EFE796CB-71D6-E047-B73C-B3CC927ADB04}">
      <dgm:prSet/>
      <dgm:spPr/>
      <dgm:t>
        <a:bodyPr/>
        <a:lstStyle/>
        <a:p>
          <a:endParaRPr lang="en-US"/>
        </a:p>
      </dgm:t>
    </dgm:pt>
    <dgm:pt modelId="{B6A6FD2A-356B-6E47-9930-8A1FA1D658E6}" type="sibTrans" cxnId="{EFE796CB-71D6-E047-B73C-B3CC927ADB04}">
      <dgm:prSet/>
      <dgm:spPr/>
      <dgm:t>
        <a:bodyPr/>
        <a:lstStyle/>
        <a:p>
          <a:endParaRPr lang="en-US"/>
        </a:p>
      </dgm:t>
    </dgm:pt>
    <dgm:pt modelId="{8AAD42E2-1645-7146-8314-CD6D78F5BB87}">
      <dgm:prSet custT="1"/>
      <dgm:spPr/>
      <dgm:t>
        <a:bodyPr/>
        <a:lstStyle/>
        <a:p>
          <a:r>
            <a:rPr lang="en-US" sz="1600" dirty="0"/>
            <a:t>Plug-and-play toolkits and templates, easy to get started.</a:t>
          </a:r>
        </a:p>
      </dgm:t>
    </dgm:pt>
    <dgm:pt modelId="{C990A7AA-AE3F-9C4F-8E37-7487F43E3528}" type="parTrans" cxnId="{CFFA0892-2CC7-AB4B-BA9D-41C4AE2F96C1}">
      <dgm:prSet/>
      <dgm:spPr/>
      <dgm:t>
        <a:bodyPr/>
        <a:lstStyle/>
        <a:p>
          <a:endParaRPr lang="en-US"/>
        </a:p>
      </dgm:t>
    </dgm:pt>
    <dgm:pt modelId="{F739F42C-7614-8F4A-B6A6-D96292DBA51E}" type="sibTrans" cxnId="{CFFA0892-2CC7-AB4B-BA9D-41C4AE2F96C1}">
      <dgm:prSet/>
      <dgm:spPr/>
      <dgm:t>
        <a:bodyPr/>
        <a:lstStyle/>
        <a:p>
          <a:endParaRPr lang="en-US"/>
        </a:p>
      </dgm:t>
    </dgm:pt>
    <dgm:pt modelId="{3CD546E8-B730-E140-A19A-F16A5E1DF8D5}">
      <dgm:prSet custT="1"/>
      <dgm:spPr/>
      <dgm:t>
        <a:bodyPr/>
        <a:lstStyle/>
        <a:p>
          <a:r>
            <a:rPr lang="en-US" sz="1600" dirty="0"/>
            <a:t>Tracking: participation rates and behavior tracking.</a:t>
          </a:r>
        </a:p>
      </dgm:t>
    </dgm:pt>
    <dgm:pt modelId="{0439091F-2271-6A47-93B6-DE0AED291EDF}" type="parTrans" cxnId="{C126CC7B-F933-674C-9687-DCC50FCDB433}">
      <dgm:prSet/>
      <dgm:spPr/>
      <dgm:t>
        <a:bodyPr/>
        <a:lstStyle/>
        <a:p>
          <a:endParaRPr lang="en-US"/>
        </a:p>
      </dgm:t>
    </dgm:pt>
    <dgm:pt modelId="{5F95296C-710B-E545-A488-032A96D4CD0A}" type="sibTrans" cxnId="{C126CC7B-F933-674C-9687-DCC50FCDB433}">
      <dgm:prSet/>
      <dgm:spPr/>
      <dgm:t>
        <a:bodyPr/>
        <a:lstStyle/>
        <a:p>
          <a:endParaRPr lang="en-US"/>
        </a:p>
      </dgm:t>
    </dgm:pt>
    <dgm:pt modelId="{FC810285-1471-7644-96BC-D527A055BB5F}" type="pres">
      <dgm:prSet presAssocID="{10C6AE9E-9EAB-D14E-96EB-B795B50C3630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A0529F88-D182-7043-BCC3-C6B2EF1CAD3B}" type="pres">
      <dgm:prSet presAssocID="{10C6AE9E-9EAB-D14E-96EB-B795B50C3630}" presName="dummyMaxCanvas" presStyleCnt="0"/>
      <dgm:spPr/>
    </dgm:pt>
    <dgm:pt modelId="{75F2160F-D67B-1247-8014-88268C7BF211}" type="pres">
      <dgm:prSet presAssocID="{10C6AE9E-9EAB-D14E-96EB-B795B50C3630}" presName="parentComposite" presStyleCnt="0"/>
      <dgm:spPr/>
    </dgm:pt>
    <dgm:pt modelId="{0C0C1E95-29EB-5B45-BF89-E9B7816A0042}" type="pres">
      <dgm:prSet presAssocID="{10C6AE9E-9EAB-D14E-96EB-B795B50C3630}" presName="parent1" presStyleLbl="alignAccFollowNode1" presStyleIdx="0" presStyleCnt="4" custScaleX="204716" custScaleY="73568" custLinFactX="-13036" custLinFactNeighborX="-100000" custLinFactNeighborY="16300">
        <dgm:presLayoutVars>
          <dgm:chMax val="4"/>
        </dgm:presLayoutVars>
      </dgm:prSet>
      <dgm:spPr/>
    </dgm:pt>
    <dgm:pt modelId="{6A33F7CB-10B0-3D4B-83D1-92A3ED3EFB91}" type="pres">
      <dgm:prSet presAssocID="{10C6AE9E-9EAB-D14E-96EB-B795B50C3630}" presName="parent2" presStyleLbl="alignAccFollowNode1" presStyleIdx="1" presStyleCnt="4" custScaleX="204716" custScaleY="73568" custLinFactX="2790" custLinFactNeighborX="100000" custLinFactNeighborY="14097">
        <dgm:presLayoutVars>
          <dgm:chMax val="4"/>
        </dgm:presLayoutVars>
      </dgm:prSet>
      <dgm:spPr/>
    </dgm:pt>
    <dgm:pt modelId="{A806DE70-8D4F-AE42-9709-3AF786CD3BC1}" type="pres">
      <dgm:prSet presAssocID="{10C6AE9E-9EAB-D14E-96EB-B795B50C3630}" presName="childrenComposite" presStyleCnt="0"/>
      <dgm:spPr/>
    </dgm:pt>
    <dgm:pt modelId="{40D1BBF7-2F10-B847-9E80-79296E0CD6BE}" type="pres">
      <dgm:prSet presAssocID="{10C6AE9E-9EAB-D14E-96EB-B795B50C3630}" presName="dummyMaxCanvas_ChildArea" presStyleCnt="0"/>
      <dgm:spPr/>
    </dgm:pt>
    <dgm:pt modelId="{D9D89113-2508-A649-A48A-76C88A60B2C5}" type="pres">
      <dgm:prSet presAssocID="{10C6AE9E-9EAB-D14E-96EB-B795B50C3630}" presName="fulcrum" presStyleLbl="alignAccFollowNode1" presStyleIdx="2" presStyleCnt="4"/>
      <dgm:spPr/>
    </dgm:pt>
    <dgm:pt modelId="{15C64E92-C0AD-714B-B5A8-6594F7871F30}" type="pres">
      <dgm:prSet presAssocID="{10C6AE9E-9EAB-D14E-96EB-B795B50C3630}" presName="balance_44" presStyleLbl="alignAccFollowNode1" presStyleIdx="3" presStyleCnt="4" custScaleX="263325" custScaleY="82240">
        <dgm:presLayoutVars>
          <dgm:bulletEnabled val="1"/>
        </dgm:presLayoutVars>
      </dgm:prSet>
      <dgm:spPr/>
    </dgm:pt>
    <dgm:pt modelId="{65C17F7D-30CE-6A48-9218-441761B5A49C}" type="pres">
      <dgm:prSet presAssocID="{10C6AE9E-9EAB-D14E-96EB-B795B50C3630}" presName="right_44_1" presStyleLbl="node1" presStyleIdx="0" presStyleCnt="8" custScaleX="304372" custLinFactX="4748" custLinFactNeighborX="100000" custLinFactNeighborY="10227">
        <dgm:presLayoutVars>
          <dgm:bulletEnabled val="1"/>
        </dgm:presLayoutVars>
      </dgm:prSet>
      <dgm:spPr/>
    </dgm:pt>
    <dgm:pt modelId="{55C2AE36-DA06-7F42-9736-9EC0085391B9}" type="pres">
      <dgm:prSet presAssocID="{10C6AE9E-9EAB-D14E-96EB-B795B50C3630}" presName="right_44_2" presStyleLbl="node1" presStyleIdx="1" presStyleCnt="8" custScaleX="304372" custLinFactX="4748" custLinFactNeighborX="100000" custLinFactNeighborY="10227">
        <dgm:presLayoutVars>
          <dgm:bulletEnabled val="1"/>
        </dgm:presLayoutVars>
      </dgm:prSet>
      <dgm:spPr/>
    </dgm:pt>
    <dgm:pt modelId="{E5D24E25-3823-D14D-A22E-A034C5101EBC}" type="pres">
      <dgm:prSet presAssocID="{10C6AE9E-9EAB-D14E-96EB-B795B50C3630}" presName="right_44_3" presStyleLbl="node1" presStyleIdx="2" presStyleCnt="8" custScaleX="304372" custLinFactX="4748" custLinFactNeighborX="100000" custLinFactNeighborY="10227">
        <dgm:presLayoutVars>
          <dgm:bulletEnabled val="1"/>
        </dgm:presLayoutVars>
      </dgm:prSet>
      <dgm:spPr/>
    </dgm:pt>
    <dgm:pt modelId="{41D0BDFF-9810-DF43-A97A-62F1BBAB8C54}" type="pres">
      <dgm:prSet presAssocID="{10C6AE9E-9EAB-D14E-96EB-B795B50C3630}" presName="right_44_4" presStyleLbl="node1" presStyleIdx="3" presStyleCnt="8" custScaleX="304372" custLinFactX="4748" custLinFactNeighborX="100000" custLinFactNeighborY="10227">
        <dgm:presLayoutVars>
          <dgm:bulletEnabled val="1"/>
        </dgm:presLayoutVars>
      </dgm:prSet>
      <dgm:spPr/>
    </dgm:pt>
    <dgm:pt modelId="{F9E65C94-143F-134C-B926-5B184C82831F}" type="pres">
      <dgm:prSet presAssocID="{10C6AE9E-9EAB-D14E-96EB-B795B50C3630}" presName="left_44_1" presStyleLbl="node1" presStyleIdx="4" presStyleCnt="8" custScaleX="296594" custLinFactX="-7740" custLinFactNeighborX="-100000" custLinFactNeighborY="10226">
        <dgm:presLayoutVars>
          <dgm:bulletEnabled val="1"/>
        </dgm:presLayoutVars>
      </dgm:prSet>
      <dgm:spPr/>
    </dgm:pt>
    <dgm:pt modelId="{608387FC-515F-514D-9731-A68CBBC9F780}" type="pres">
      <dgm:prSet presAssocID="{10C6AE9E-9EAB-D14E-96EB-B795B50C3630}" presName="left_44_2" presStyleLbl="node1" presStyleIdx="5" presStyleCnt="8" custScaleX="296594" custLinFactX="-7740" custLinFactNeighborX="-100000" custLinFactNeighborY="10226">
        <dgm:presLayoutVars>
          <dgm:bulletEnabled val="1"/>
        </dgm:presLayoutVars>
      </dgm:prSet>
      <dgm:spPr/>
    </dgm:pt>
    <dgm:pt modelId="{0F4C83C6-61BB-8547-B5DF-A32F5B327459}" type="pres">
      <dgm:prSet presAssocID="{10C6AE9E-9EAB-D14E-96EB-B795B50C3630}" presName="left_44_3" presStyleLbl="node1" presStyleIdx="6" presStyleCnt="8" custScaleX="296594" custLinFactX="-7740" custLinFactNeighborX="-100000" custLinFactNeighborY="10226">
        <dgm:presLayoutVars>
          <dgm:bulletEnabled val="1"/>
        </dgm:presLayoutVars>
      </dgm:prSet>
      <dgm:spPr/>
    </dgm:pt>
    <dgm:pt modelId="{04E7D0F4-984B-9748-826A-28326C829EF6}" type="pres">
      <dgm:prSet presAssocID="{10C6AE9E-9EAB-D14E-96EB-B795B50C3630}" presName="left_44_4" presStyleLbl="node1" presStyleIdx="7" presStyleCnt="8" custScaleX="296594" custLinFactX="-7740" custLinFactNeighborX="-100000" custLinFactNeighborY="10226">
        <dgm:presLayoutVars>
          <dgm:bulletEnabled val="1"/>
        </dgm:presLayoutVars>
      </dgm:prSet>
      <dgm:spPr/>
    </dgm:pt>
  </dgm:ptLst>
  <dgm:cxnLst>
    <dgm:cxn modelId="{D3EA0317-DD0C-B946-A7B6-31BFD4392E46}" type="presOf" srcId="{C5B9181D-9348-BC45-8359-58C2BB3A289E}" destId="{6A33F7CB-10B0-3D4B-83D1-92A3ED3EFB91}" srcOrd="0" destOrd="0" presId="urn:microsoft.com/office/officeart/2005/8/layout/balance1"/>
    <dgm:cxn modelId="{B6B86817-4BCE-0147-BE21-C575BE964146}" srcId="{C1352E16-A384-1547-813C-E5F9B57A19CC}" destId="{C9E9C4D3-1739-2549-B829-52B94E822BDF}" srcOrd="2" destOrd="0" parTransId="{BB00633E-C46F-0F40-B46D-07749E4B0BBD}" sibTransId="{BF9887A2-B1CC-0D4D-8626-9D373D30DA7E}"/>
    <dgm:cxn modelId="{4635501A-50AD-4C42-8C9C-0F293399FB85}" type="presOf" srcId="{37859DAA-AFD6-774F-9362-ACB3B0B95D18}" destId="{65C17F7D-30CE-6A48-9218-441761B5A49C}" srcOrd="0" destOrd="0" presId="urn:microsoft.com/office/officeart/2005/8/layout/balance1"/>
    <dgm:cxn modelId="{CA521A22-26F9-8A43-9853-BAEE194DCCAE}" type="presOf" srcId="{8AAD42E2-1645-7146-8314-CD6D78F5BB87}" destId="{E5D24E25-3823-D14D-A22E-A034C5101EBC}" srcOrd="0" destOrd="0" presId="urn:microsoft.com/office/officeart/2005/8/layout/balance1"/>
    <dgm:cxn modelId="{0E9BAC43-D832-2B44-A27C-AD2A1EEFB234}" type="presOf" srcId="{10C6AE9E-9EAB-D14E-96EB-B795B50C3630}" destId="{FC810285-1471-7644-96BC-D527A055BB5F}" srcOrd="0" destOrd="0" presId="urn:microsoft.com/office/officeart/2005/8/layout/balance1"/>
    <dgm:cxn modelId="{DE3B494E-6C7E-C541-9C03-212F15E4CF2E}" srcId="{10C6AE9E-9EAB-D14E-96EB-B795B50C3630}" destId="{C5B9181D-9348-BC45-8359-58C2BB3A289E}" srcOrd="1" destOrd="0" parTransId="{BB58A90D-AEA6-2B41-A9B7-0E29A6B9D06F}" sibTransId="{A625A1BD-0826-7043-8501-FBE2629AE7B2}"/>
    <dgm:cxn modelId="{20A4526C-3315-AA47-AB9F-A62BD2FAAC78}" type="presOf" srcId="{C9E9C4D3-1739-2549-B829-52B94E822BDF}" destId="{0F4C83C6-61BB-8547-B5DF-A32F5B327459}" srcOrd="0" destOrd="0" presId="urn:microsoft.com/office/officeart/2005/8/layout/balance1"/>
    <dgm:cxn modelId="{F5A08A6F-BBDA-E847-B703-033B217CCC8C}" srcId="{10C6AE9E-9EAB-D14E-96EB-B795B50C3630}" destId="{C1352E16-A384-1547-813C-E5F9B57A19CC}" srcOrd="0" destOrd="0" parTransId="{6038EE4F-BD8F-F54A-893B-349B245BE271}" sibTransId="{4A97C442-C534-1B47-ABF0-B732ED9ABC61}"/>
    <dgm:cxn modelId="{C126CC7B-F933-674C-9687-DCC50FCDB433}" srcId="{C5B9181D-9348-BC45-8359-58C2BB3A289E}" destId="{3CD546E8-B730-E140-A19A-F16A5E1DF8D5}" srcOrd="3" destOrd="0" parTransId="{0439091F-2271-6A47-93B6-DE0AED291EDF}" sibTransId="{5F95296C-710B-E545-A488-032A96D4CD0A}"/>
    <dgm:cxn modelId="{3F163C81-5C05-064C-BBF6-95785BDFA93E}" srcId="{C5B9181D-9348-BC45-8359-58C2BB3A289E}" destId="{37859DAA-AFD6-774F-9362-ACB3B0B95D18}" srcOrd="0" destOrd="0" parTransId="{C354DCF6-7231-D947-BDBF-4E7651093F49}" sibTransId="{7DD50433-A795-CC4B-A474-8D11AB0DB7AD}"/>
    <dgm:cxn modelId="{238B5D83-00E6-F643-A6E1-B5F338C689EE}" type="presOf" srcId="{79142D60-6423-794A-A0F1-F37E958DBBAE}" destId="{55C2AE36-DA06-7F42-9736-9EC0085391B9}" srcOrd="0" destOrd="0" presId="urn:microsoft.com/office/officeart/2005/8/layout/balance1"/>
    <dgm:cxn modelId="{80BB5686-100C-1B47-A1B9-752B2395ADD3}" type="presOf" srcId="{92187C05-2908-7A4B-A6E0-F21DC6717585}" destId="{04E7D0F4-984B-9748-826A-28326C829EF6}" srcOrd="0" destOrd="0" presId="urn:microsoft.com/office/officeart/2005/8/layout/balance1"/>
    <dgm:cxn modelId="{CFFA0892-2CC7-AB4B-BA9D-41C4AE2F96C1}" srcId="{C5B9181D-9348-BC45-8359-58C2BB3A289E}" destId="{8AAD42E2-1645-7146-8314-CD6D78F5BB87}" srcOrd="2" destOrd="0" parTransId="{C990A7AA-AE3F-9C4F-8E37-7487F43E3528}" sibTransId="{F739F42C-7614-8F4A-B6A6-D96292DBA51E}"/>
    <dgm:cxn modelId="{3DA4719A-A7DE-604F-AD21-8DDB45785B5C}" srcId="{C1352E16-A384-1547-813C-E5F9B57A19CC}" destId="{24E23A5B-31B2-1542-B480-C0703A130D3D}" srcOrd="1" destOrd="0" parTransId="{830C695E-1DB6-C643-93B8-596CA59DFFC7}" sibTransId="{63BC96D3-D09E-C948-868F-589FBAF44ECF}"/>
    <dgm:cxn modelId="{14642A9F-0BDE-8744-B149-95096B43B79D}" type="presOf" srcId="{24E23A5B-31B2-1542-B480-C0703A130D3D}" destId="{608387FC-515F-514D-9731-A68CBBC9F780}" srcOrd="0" destOrd="0" presId="urn:microsoft.com/office/officeart/2005/8/layout/balance1"/>
    <dgm:cxn modelId="{4CD473AC-CC97-2046-9ECF-FF08F8693812}" srcId="{C1352E16-A384-1547-813C-E5F9B57A19CC}" destId="{92187C05-2908-7A4B-A6E0-F21DC6717585}" srcOrd="3" destOrd="0" parTransId="{ABB0FECC-989F-934D-8250-6885FF1C2802}" sibTransId="{6C241427-D0D6-FB46-B89F-C9B3F7EB751B}"/>
    <dgm:cxn modelId="{EFE796CB-71D6-E047-B73C-B3CC927ADB04}" srcId="{C5B9181D-9348-BC45-8359-58C2BB3A289E}" destId="{79142D60-6423-794A-A0F1-F37E958DBBAE}" srcOrd="1" destOrd="0" parTransId="{8E0BB0D8-07D4-3748-A7C1-7E09EFD41F84}" sibTransId="{B6A6FD2A-356B-6E47-9930-8A1FA1D658E6}"/>
    <dgm:cxn modelId="{52CEF8D9-C7FB-3242-8845-53BC4EE56E62}" srcId="{C1352E16-A384-1547-813C-E5F9B57A19CC}" destId="{0F20D08C-F773-0A45-8E04-69855E399DA7}" srcOrd="0" destOrd="0" parTransId="{A2A3A22D-3F0D-CD4D-BA48-CA10AFBFD94C}" sibTransId="{6D70091D-807E-4244-9FBD-AEB4855FD1B2}"/>
    <dgm:cxn modelId="{382EF9DD-B893-BF41-8309-01404A5B8ACD}" type="presOf" srcId="{C1352E16-A384-1547-813C-E5F9B57A19CC}" destId="{0C0C1E95-29EB-5B45-BF89-E9B7816A0042}" srcOrd="0" destOrd="0" presId="urn:microsoft.com/office/officeart/2005/8/layout/balance1"/>
    <dgm:cxn modelId="{D694A1E8-B63F-8E47-B719-F8ACDCCECB75}" type="presOf" srcId="{3CD546E8-B730-E140-A19A-F16A5E1DF8D5}" destId="{41D0BDFF-9810-DF43-A97A-62F1BBAB8C54}" srcOrd="0" destOrd="0" presId="urn:microsoft.com/office/officeart/2005/8/layout/balance1"/>
    <dgm:cxn modelId="{2424ACE9-8D66-B841-B64D-61735CC98F2F}" type="presOf" srcId="{0F20D08C-F773-0A45-8E04-69855E399DA7}" destId="{F9E65C94-143F-134C-B926-5B184C82831F}" srcOrd="0" destOrd="0" presId="urn:microsoft.com/office/officeart/2005/8/layout/balance1"/>
    <dgm:cxn modelId="{782F6EDB-C364-AF47-A88C-1F12EE3597A7}" type="presParOf" srcId="{FC810285-1471-7644-96BC-D527A055BB5F}" destId="{A0529F88-D182-7043-BCC3-C6B2EF1CAD3B}" srcOrd="0" destOrd="0" presId="urn:microsoft.com/office/officeart/2005/8/layout/balance1"/>
    <dgm:cxn modelId="{002DED55-D536-9F40-B893-DE24F1DBB986}" type="presParOf" srcId="{FC810285-1471-7644-96BC-D527A055BB5F}" destId="{75F2160F-D67B-1247-8014-88268C7BF211}" srcOrd="1" destOrd="0" presId="urn:microsoft.com/office/officeart/2005/8/layout/balance1"/>
    <dgm:cxn modelId="{F393AE3C-CEBD-6C46-9FC0-69AAB95CA2AA}" type="presParOf" srcId="{75F2160F-D67B-1247-8014-88268C7BF211}" destId="{0C0C1E95-29EB-5B45-BF89-E9B7816A0042}" srcOrd="0" destOrd="0" presId="urn:microsoft.com/office/officeart/2005/8/layout/balance1"/>
    <dgm:cxn modelId="{ABFA9880-6713-AD44-80EF-357FFD678D47}" type="presParOf" srcId="{75F2160F-D67B-1247-8014-88268C7BF211}" destId="{6A33F7CB-10B0-3D4B-83D1-92A3ED3EFB91}" srcOrd="1" destOrd="0" presId="urn:microsoft.com/office/officeart/2005/8/layout/balance1"/>
    <dgm:cxn modelId="{38DEC007-BBE4-E448-BE51-D69B1B91035D}" type="presParOf" srcId="{FC810285-1471-7644-96BC-D527A055BB5F}" destId="{A806DE70-8D4F-AE42-9709-3AF786CD3BC1}" srcOrd="2" destOrd="0" presId="urn:microsoft.com/office/officeart/2005/8/layout/balance1"/>
    <dgm:cxn modelId="{EA5795EA-940D-BD4F-8F1A-A5BAE61A0BE9}" type="presParOf" srcId="{A806DE70-8D4F-AE42-9709-3AF786CD3BC1}" destId="{40D1BBF7-2F10-B847-9E80-79296E0CD6BE}" srcOrd="0" destOrd="0" presId="urn:microsoft.com/office/officeart/2005/8/layout/balance1"/>
    <dgm:cxn modelId="{A2091EAE-3A6F-0F46-A504-276FDF081518}" type="presParOf" srcId="{A806DE70-8D4F-AE42-9709-3AF786CD3BC1}" destId="{D9D89113-2508-A649-A48A-76C88A60B2C5}" srcOrd="1" destOrd="0" presId="urn:microsoft.com/office/officeart/2005/8/layout/balance1"/>
    <dgm:cxn modelId="{0D03C077-4AEC-794A-9DB5-6E19F201339B}" type="presParOf" srcId="{A806DE70-8D4F-AE42-9709-3AF786CD3BC1}" destId="{15C64E92-C0AD-714B-B5A8-6594F7871F30}" srcOrd="2" destOrd="0" presId="urn:microsoft.com/office/officeart/2005/8/layout/balance1"/>
    <dgm:cxn modelId="{30E1FF16-8703-784D-AE34-E90B275F1EFB}" type="presParOf" srcId="{A806DE70-8D4F-AE42-9709-3AF786CD3BC1}" destId="{65C17F7D-30CE-6A48-9218-441761B5A49C}" srcOrd="3" destOrd="0" presId="urn:microsoft.com/office/officeart/2005/8/layout/balance1"/>
    <dgm:cxn modelId="{189EDBB1-6C1C-5548-8161-FBFB0086A699}" type="presParOf" srcId="{A806DE70-8D4F-AE42-9709-3AF786CD3BC1}" destId="{55C2AE36-DA06-7F42-9736-9EC0085391B9}" srcOrd="4" destOrd="0" presId="urn:microsoft.com/office/officeart/2005/8/layout/balance1"/>
    <dgm:cxn modelId="{BD0F43D6-9B26-AB42-925D-2F6F17032662}" type="presParOf" srcId="{A806DE70-8D4F-AE42-9709-3AF786CD3BC1}" destId="{E5D24E25-3823-D14D-A22E-A034C5101EBC}" srcOrd="5" destOrd="0" presId="urn:microsoft.com/office/officeart/2005/8/layout/balance1"/>
    <dgm:cxn modelId="{B49BA9F3-9ACB-B44A-A46D-C917BDC19268}" type="presParOf" srcId="{A806DE70-8D4F-AE42-9709-3AF786CD3BC1}" destId="{41D0BDFF-9810-DF43-A97A-62F1BBAB8C54}" srcOrd="6" destOrd="0" presId="urn:microsoft.com/office/officeart/2005/8/layout/balance1"/>
    <dgm:cxn modelId="{8242BAB2-2950-064A-997C-717D212689AE}" type="presParOf" srcId="{A806DE70-8D4F-AE42-9709-3AF786CD3BC1}" destId="{F9E65C94-143F-134C-B926-5B184C82831F}" srcOrd="7" destOrd="0" presId="urn:microsoft.com/office/officeart/2005/8/layout/balance1"/>
    <dgm:cxn modelId="{FC72EFB3-2BD8-3840-9FAF-2B0787144A40}" type="presParOf" srcId="{A806DE70-8D4F-AE42-9709-3AF786CD3BC1}" destId="{608387FC-515F-514D-9731-A68CBBC9F780}" srcOrd="8" destOrd="0" presId="urn:microsoft.com/office/officeart/2005/8/layout/balance1"/>
    <dgm:cxn modelId="{23DEF951-81CF-8D46-BE28-080435517212}" type="presParOf" srcId="{A806DE70-8D4F-AE42-9709-3AF786CD3BC1}" destId="{0F4C83C6-61BB-8547-B5DF-A32F5B327459}" srcOrd="9" destOrd="0" presId="urn:microsoft.com/office/officeart/2005/8/layout/balance1"/>
    <dgm:cxn modelId="{F161EB98-904C-8D44-8F44-ACF1E3737A94}" type="presParOf" srcId="{A806DE70-8D4F-AE42-9709-3AF786CD3BC1}" destId="{04E7D0F4-984B-9748-826A-28326C829EF6}" srcOrd="10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45438B-9581-4185-8EAE-3739E1AF8DBD}" type="doc">
      <dgm:prSet loTypeId="urn:microsoft.com/office/officeart/2005/8/layout/process4" loCatId="process" qsTypeId="urn:microsoft.com/office/officeart/2005/8/quickstyle/3d4" qsCatId="3D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3AAF205-0DF3-444A-95A4-C5927610B299}">
      <dgm:prSet/>
      <dgm:spPr/>
      <dgm:t>
        <a:bodyPr/>
        <a:lstStyle/>
        <a:p>
          <a:r>
            <a:rPr lang="en-US"/>
            <a:t>NIST provides the structural and compliance backbone.  </a:t>
          </a:r>
        </a:p>
      </dgm:t>
    </dgm:pt>
    <dgm:pt modelId="{0178EFB0-AD02-447C-9459-D5D963DA15AC}" type="parTrans" cxnId="{CD0A6896-3737-4AA8-8895-E57BAEC648BD}">
      <dgm:prSet/>
      <dgm:spPr/>
      <dgm:t>
        <a:bodyPr/>
        <a:lstStyle/>
        <a:p>
          <a:endParaRPr lang="en-US"/>
        </a:p>
      </dgm:t>
    </dgm:pt>
    <dgm:pt modelId="{78401447-D9C4-4ECD-BD63-31A90D44825C}" type="sibTrans" cxnId="{CD0A6896-3737-4AA8-8895-E57BAEC648BD}">
      <dgm:prSet/>
      <dgm:spPr/>
      <dgm:t>
        <a:bodyPr/>
        <a:lstStyle/>
        <a:p>
          <a:endParaRPr lang="en-US"/>
        </a:p>
      </dgm:t>
    </dgm:pt>
    <dgm:pt modelId="{C1D7AB02-116A-4E96-BD78-6C2113CFE767}">
      <dgm:prSet/>
      <dgm:spPr/>
      <dgm:t>
        <a:bodyPr/>
        <a:lstStyle/>
        <a:p>
          <a:r>
            <a:rPr lang="en-US"/>
            <a:t>Any program built on it is immediate defensible to auditors, regulators, and cyber investors.</a:t>
          </a:r>
        </a:p>
      </dgm:t>
    </dgm:pt>
    <dgm:pt modelId="{DB540D29-BC39-4284-9D58-9166D758DEA0}" type="parTrans" cxnId="{8E80AA55-6598-473E-B2F3-23565C26A0DD}">
      <dgm:prSet/>
      <dgm:spPr/>
      <dgm:t>
        <a:bodyPr/>
        <a:lstStyle/>
        <a:p>
          <a:endParaRPr lang="en-US"/>
        </a:p>
      </dgm:t>
    </dgm:pt>
    <dgm:pt modelId="{FB5C4B39-5F14-4D59-ABE2-38AB66E374C6}" type="sibTrans" cxnId="{8E80AA55-6598-473E-B2F3-23565C26A0DD}">
      <dgm:prSet/>
      <dgm:spPr/>
      <dgm:t>
        <a:bodyPr/>
        <a:lstStyle/>
        <a:p>
          <a:endParaRPr lang="en-US"/>
        </a:p>
      </dgm:t>
    </dgm:pt>
    <dgm:pt modelId="{0A9E2516-E47F-4172-B9FD-CF53FF331948}">
      <dgm:prSet/>
      <dgm:spPr/>
      <dgm:t>
        <a:bodyPr/>
        <a:lstStyle/>
        <a:p>
          <a:r>
            <a:rPr lang="en-US"/>
            <a:t>CISA fills the practical gap.</a:t>
          </a:r>
        </a:p>
      </dgm:t>
    </dgm:pt>
    <dgm:pt modelId="{3E552326-0BA3-4E5C-9C60-3A133EE2C1AD}" type="parTrans" cxnId="{8E88CE45-2BAB-4331-B39F-7DDDA329B1BF}">
      <dgm:prSet/>
      <dgm:spPr/>
      <dgm:t>
        <a:bodyPr/>
        <a:lstStyle/>
        <a:p>
          <a:endParaRPr lang="en-US"/>
        </a:p>
      </dgm:t>
    </dgm:pt>
    <dgm:pt modelId="{EFD88764-2224-41F5-A447-B35342F99BEC}" type="sibTrans" cxnId="{8E88CE45-2BAB-4331-B39F-7DDDA329B1BF}">
      <dgm:prSet/>
      <dgm:spPr/>
      <dgm:t>
        <a:bodyPr/>
        <a:lstStyle/>
        <a:p>
          <a:endParaRPr lang="en-US"/>
        </a:p>
      </dgm:t>
    </dgm:pt>
    <dgm:pt modelId="{CC2A7F41-F924-415F-86A6-039F47287203}">
      <dgm:prSet/>
      <dgm:spPr/>
      <dgm:t>
        <a:bodyPr/>
        <a:lstStyle/>
        <a:p>
          <a:r>
            <a:rPr lang="en-US"/>
            <a:t>Provides ready-made, plain-language materials that can be deployed quickly with minimal cost or expertise required.</a:t>
          </a:r>
        </a:p>
      </dgm:t>
    </dgm:pt>
    <dgm:pt modelId="{6354943A-1D54-401D-BB29-B486CE294D7D}" type="parTrans" cxnId="{4756D4C9-4F86-4FA0-9458-7D4C372B4272}">
      <dgm:prSet/>
      <dgm:spPr/>
      <dgm:t>
        <a:bodyPr/>
        <a:lstStyle/>
        <a:p>
          <a:endParaRPr lang="en-US"/>
        </a:p>
      </dgm:t>
    </dgm:pt>
    <dgm:pt modelId="{756CB268-151A-4552-8132-AF7ABEEF3889}" type="sibTrans" cxnId="{4756D4C9-4F86-4FA0-9458-7D4C372B4272}">
      <dgm:prSet/>
      <dgm:spPr/>
      <dgm:t>
        <a:bodyPr/>
        <a:lstStyle/>
        <a:p>
          <a:endParaRPr lang="en-US"/>
        </a:p>
      </dgm:t>
    </dgm:pt>
    <dgm:pt modelId="{B984C382-BB38-4752-9977-C812AEED33CF}">
      <dgm:prSet/>
      <dgm:spPr/>
      <dgm:t>
        <a:bodyPr/>
        <a:lstStyle/>
        <a:p>
          <a:r>
            <a:rPr lang="en-US"/>
            <a:t>Together, they give MeCo both compliance evidence (NIST) and accessible ongoing content (CISA) without requiring a paid vendor platform.</a:t>
          </a:r>
        </a:p>
      </dgm:t>
    </dgm:pt>
    <dgm:pt modelId="{C96B04F1-29D3-4769-9C6F-6DA818A236DC}" type="parTrans" cxnId="{6DCB108A-7005-47FF-9448-A3F9E9831D86}">
      <dgm:prSet/>
      <dgm:spPr/>
      <dgm:t>
        <a:bodyPr/>
        <a:lstStyle/>
        <a:p>
          <a:endParaRPr lang="en-US"/>
        </a:p>
      </dgm:t>
    </dgm:pt>
    <dgm:pt modelId="{A41E4C4E-7C3A-4478-82A7-B1DC8F42850B}" type="sibTrans" cxnId="{6DCB108A-7005-47FF-9448-A3F9E9831D86}">
      <dgm:prSet/>
      <dgm:spPr/>
      <dgm:t>
        <a:bodyPr/>
        <a:lstStyle/>
        <a:p>
          <a:endParaRPr lang="en-US"/>
        </a:p>
      </dgm:t>
    </dgm:pt>
    <dgm:pt modelId="{051AEA90-B9DF-B346-98AA-4A32BFD39534}" type="pres">
      <dgm:prSet presAssocID="{4C45438B-9581-4185-8EAE-3739E1AF8DBD}" presName="Name0" presStyleCnt="0">
        <dgm:presLayoutVars>
          <dgm:dir/>
          <dgm:animLvl val="lvl"/>
          <dgm:resizeHandles val="exact"/>
        </dgm:presLayoutVars>
      </dgm:prSet>
      <dgm:spPr/>
    </dgm:pt>
    <dgm:pt modelId="{7692DB74-7595-DC41-899C-F0719AAF63D6}" type="pres">
      <dgm:prSet presAssocID="{B984C382-BB38-4752-9977-C812AEED33CF}" presName="boxAndChildren" presStyleCnt="0"/>
      <dgm:spPr/>
    </dgm:pt>
    <dgm:pt modelId="{2EFECAD5-677B-FE4D-8957-B5448BD632BA}" type="pres">
      <dgm:prSet presAssocID="{B984C382-BB38-4752-9977-C812AEED33CF}" presName="parentTextBox" presStyleLbl="node1" presStyleIdx="0" presStyleCnt="3"/>
      <dgm:spPr/>
    </dgm:pt>
    <dgm:pt modelId="{17968C7E-FA3C-3F4F-A210-E7A395B0DE21}" type="pres">
      <dgm:prSet presAssocID="{EFD88764-2224-41F5-A447-B35342F99BEC}" presName="sp" presStyleCnt="0"/>
      <dgm:spPr/>
    </dgm:pt>
    <dgm:pt modelId="{1DC2C520-FDD9-3E48-AEE5-7DF8D8222DB9}" type="pres">
      <dgm:prSet presAssocID="{0A9E2516-E47F-4172-B9FD-CF53FF331948}" presName="arrowAndChildren" presStyleCnt="0"/>
      <dgm:spPr/>
    </dgm:pt>
    <dgm:pt modelId="{A98A4A6C-62F1-5848-9D2B-DB65C9663318}" type="pres">
      <dgm:prSet presAssocID="{0A9E2516-E47F-4172-B9FD-CF53FF331948}" presName="parentTextArrow" presStyleLbl="node1" presStyleIdx="0" presStyleCnt="3"/>
      <dgm:spPr/>
    </dgm:pt>
    <dgm:pt modelId="{D978ACE2-F386-AF4D-903F-C1A5CFBD4A5A}" type="pres">
      <dgm:prSet presAssocID="{0A9E2516-E47F-4172-B9FD-CF53FF331948}" presName="arrow" presStyleLbl="node1" presStyleIdx="1" presStyleCnt="3"/>
      <dgm:spPr/>
    </dgm:pt>
    <dgm:pt modelId="{52928CEE-E1A4-6F4C-83C1-407B3EF266ED}" type="pres">
      <dgm:prSet presAssocID="{0A9E2516-E47F-4172-B9FD-CF53FF331948}" presName="descendantArrow" presStyleCnt="0"/>
      <dgm:spPr/>
    </dgm:pt>
    <dgm:pt modelId="{6DE313A0-1E42-D54D-BCAC-A011D98B0780}" type="pres">
      <dgm:prSet presAssocID="{CC2A7F41-F924-415F-86A6-039F47287203}" presName="childTextArrow" presStyleLbl="fgAccFollowNode1" presStyleIdx="0" presStyleCnt="2">
        <dgm:presLayoutVars>
          <dgm:bulletEnabled val="1"/>
        </dgm:presLayoutVars>
      </dgm:prSet>
      <dgm:spPr/>
    </dgm:pt>
    <dgm:pt modelId="{C94DD4DA-FDBB-FA40-B04C-FB38B531A099}" type="pres">
      <dgm:prSet presAssocID="{78401447-D9C4-4ECD-BD63-31A90D44825C}" presName="sp" presStyleCnt="0"/>
      <dgm:spPr/>
    </dgm:pt>
    <dgm:pt modelId="{3C577DFD-E9B7-8345-8181-B73283B8F082}" type="pres">
      <dgm:prSet presAssocID="{03AAF205-0DF3-444A-95A4-C5927610B299}" presName="arrowAndChildren" presStyleCnt="0"/>
      <dgm:spPr/>
    </dgm:pt>
    <dgm:pt modelId="{AC307951-36F5-9645-827E-95C1AC1D15D8}" type="pres">
      <dgm:prSet presAssocID="{03AAF205-0DF3-444A-95A4-C5927610B299}" presName="parentTextArrow" presStyleLbl="node1" presStyleIdx="1" presStyleCnt="3"/>
      <dgm:spPr/>
    </dgm:pt>
    <dgm:pt modelId="{8A611C94-6B78-124C-A273-54701A40DB4C}" type="pres">
      <dgm:prSet presAssocID="{03AAF205-0DF3-444A-95A4-C5927610B299}" presName="arrow" presStyleLbl="node1" presStyleIdx="2" presStyleCnt="3"/>
      <dgm:spPr/>
    </dgm:pt>
    <dgm:pt modelId="{F8760F4D-AB3B-D845-852E-6832F6B6747E}" type="pres">
      <dgm:prSet presAssocID="{03AAF205-0DF3-444A-95A4-C5927610B299}" presName="descendantArrow" presStyleCnt="0"/>
      <dgm:spPr/>
    </dgm:pt>
    <dgm:pt modelId="{38864A79-7FBE-C544-9BF9-209ECC72F1E3}" type="pres">
      <dgm:prSet presAssocID="{C1D7AB02-116A-4E96-BD78-6C2113CFE767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759CC712-2CD3-6D4E-B324-C5C63ED4CBD7}" type="presOf" srcId="{4C45438B-9581-4185-8EAE-3739E1AF8DBD}" destId="{051AEA90-B9DF-B346-98AA-4A32BFD39534}" srcOrd="0" destOrd="0" presId="urn:microsoft.com/office/officeart/2005/8/layout/process4"/>
    <dgm:cxn modelId="{62F54B16-56E7-A14A-8F0E-C80946BED96F}" type="presOf" srcId="{03AAF205-0DF3-444A-95A4-C5927610B299}" destId="{AC307951-36F5-9645-827E-95C1AC1D15D8}" srcOrd="0" destOrd="0" presId="urn:microsoft.com/office/officeart/2005/8/layout/process4"/>
    <dgm:cxn modelId="{2F5B3523-EEA8-654E-8F23-E05F0E05EEC4}" type="presOf" srcId="{CC2A7F41-F924-415F-86A6-039F47287203}" destId="{6DE313A0-1E42-D54D-BCAC-A011D98B0780}" srcOrd="0" destOrd="0" presId="urn:microsoft.com/office/officeart/2005/8/layout/process4"/>
    <dgm:cxn modelId="{08211A24-ADBB-DE4F-955B-6C8D858299A1}" type="presOf" srcId="{0A9E2516-E47F-4172-B9FD-CF53FF331948}" destId="{D978ACE2-F386-AF4D-903F-C1A5CFBD4A5A}" srcOrd="1" destOrd="0" presId="urn:microsoft.com/office/officeart/2005/8/layout/process4"/>
    <dgm:cxn modelId="{0B6DA832-9D17-274E-B01A-AD1A944CD062}" type="presOf" srcId="{B984C382-BB38-4752-9977-C812AEED33CF}" destId="{2EFECAD5-677B-FE4D-8957-B5448BD632BA}" srcOrd="0" destOrd="0" presId="urn:microsoft.com/office/officeart/2005/8/layout/process4"/>
    <dgm:cxn modelId="{8E88CE45-2BAB-4331-B39F-7DDDA329B1BF}" srcId="{4C45438B-9581-4185-8EAE-3739E1AF8DBD}" destId="{0A9E2516-E47F-4172-B9FD-CF53FF331948}" srcOrd="1" destOrd="0" parTransId="{3E552326-0BA3-4E5C-9C60-3A133EE2C1AD}" sibTransId="{EFD88764-2224-41F5-A447-B35342F99BEC}"/>
    <dgm:cxn modelId="{8E80AA55-6598-473E-B2F3-23565C26A0DD}" srcId="{03AAF205-0DF3-444A-95A4-C5927610B299}" destId="{C1D7AB02-116A-4E96-BD78-6C2113CFE767}" srcOrd="0" destOrd="0" parTransId="{DB540D29-BC39-4284-9D58-9166D758DEA0}" sibTransId="{FB5C4B39-5F14-4D59-ABE2-38AB66E374C6}"/>
    <dgm:cxn modelId="{8E93BC6E-842D-1346-BA35-66EC172C9223}" type="presOf" srcId="{03AAF205-0DF3-444A-95A4-C5927610B299}" destId="{8A611C94-6B78-124C-A273-54701A40DB4C}" srcOrd="1" destOrd="0" presId="urn:microsoft.com/office/officeart/2005/8/layout/process4"/>
    <dgm:cxn modelId="{6DCB108A-7005-47FF-9448-A3F9E9831D86}" srcId="{4C45438B-9581-4185-8EAE-3739E1AF8DBD}" destId="{B984C382-BB38-4752-9977-C812AEED33CF}" srcOrd="2" destOrd="0" parTransId="{C96B04F1-29D3-4769-9C6F-6DA818A236DC}" sibTransId="{A41E4C4E-7C3A-4478-82A7-B1DC8F42850B}"/>
    <dgm:cxn modelId="{CD0A6896-3737-4AA8-8895-E57BAEC648BD}" srcId="{4C45438B-9581-4185-8EAE-3739E1AF8DBD}" destId="{03AAF205-0DF3-444A-95A4-C5927610B299}" srcOrd="0" destOrd="0" parTransId="{0178EFB0-AD02-447C-9459-D5D963DA15AC}" sibTransId="{78401447-D9C4-4ECD-BD63-31A90D44825C}"/>
    <dgm:cxn modelId="{5D706BA8-5C85-7943-AE70-D935815D8CC1}" type="presOf" srcId="{C1D7AB02-116A-4E96-BD78-6C2113CFE767}" destId="{38864A79-7FBE-C544-9BF9-209ECC72F1E3}" srcOrd="0" destOrd="0" presId="urn:microsoft.com/office/officeart/2005/8/layout/process4"/>
    <dgm:cxn modelId="{4756D4C9-4F86-4FA0-9458-7D4C372B4272}" srcId="{0A9E2516-E47F-4172-B9FD-CF53FF331948}" destId="{CC2A7F41-F924-415F-86A6-039F47287203}" srcOrd="0" destOrd="0" parTransId="{6354943A-1D54-401D-BB29-B486CE294D7D}" sibTransId="{756CB268-151A-4552-8132-AF7ABEEF3889}"/>
    <dgm:cxn modelId="{F3AC25E9-11F6-D449-8A0A-5591F2024232}" type="presOf" srcId="{0A9E2516-E47F-4172-B9FD-CF53FF331948}" destId="{A98A4A6C-62F1-5848-9D2B-DB65C9663318}" srcOrd="0" destOrd="0" presId="urn:microsoft.com/office/officeart/2005/8/layout/process4"/>
    <dgm:cxn modelId="{89ED7DFE-4D2E-E44E-A38F-3B32762D279B}" type="presParOf" srcId="{051AEA90-B9DF-B346-98AA-4A32BFD39534}" destId="{7692DB74-7595-DC41-899C-F0719AAF63D6}" srcOrd="0" destOrd="0" presId="urn:microsoft.com/office/officeart/2005/8/layout/process4"/>
    <dgm:cxn modelId="{E13CFDA7-450B-FB46-A9B6-5614CD72824D}" type="presParOf" srcId="{7692DB74-7595-DC41-899C-F0719AAF63D6}" destId="{2EFECAD5-677B-FE4D-8957-B5448BD632BA}" srcOrd="0" destOrd="0" presId="urn:microsoft.com/office/officeart/2005/8/layout/process4"/>
    <dgm:cxn modelId="{3314BA0B-B4BF-7642-8AA2-1BDA7082E48A}" type="presParOf" srcId="{051AEA90-B9DF-B346-98AA-4A32BFD39534}" destId="{17968C7E-FA3C-3F4F-A210-E7A395B0DE21}" srcOrd="1" destOrd="0" presId="urn:microsoft.com/office/officeart/2005/8/layout/process4"/>
    <dgm:cxn modelId="{7E446214-0B53-5841-A9B5-8F8387BDCEBA}" type="presParOf" srcId="{051AEA90-B9DF-B346-98AA-4A32BFD39534}" destId="{1DC2C520-FDD9-3E48-AEE5-7DF8D8222DB9}" srcOrd="2" destOrd="0" presId="urn:microsoft.com/office/officeart/2005/8/layout/process4"/>
    <dgm:cxn modelId="{A25339F1-C5C8-6845-909F-71D9C7F94F4F}" type="presParOf" srcId="{1DC2C520-FDD9-3E48-AEE5-7DF8D8222DB9}" destId="{A98A4A6C-62F1-5848-9D2B-DB65C9663318}" srcOrd="0" destOrd="0" presId="urn:microsoft.com/office/officeart/2005/8/layout/process4"/>
    <dgm:cxn modelId="{BBB72AD3-C215-8D45-8B63-FADB263A14D2}" type="presParOf" srcId="{1DC2C520-FDD9-3E48-AEE5-7DF8D8222DB9}" destId="{D978ACE2-F386-AF4D-903F-C1A5CFBD4A5A}" srcOrd="1" destOrd="0" presId="urn:microsoft.com/office/officeart/2005/8/layout/process4"/>
    <dgm:cxn modelId="{C9DC2CA4-986D-A447-8F22-7D3EF060976E}" type="presParOf" srcId="{1DC2C520-FDD9-3E48-AEE5-7DF8D8222DB9}" destId="{52928CEE-E1A4-6F4C-83C1-407B3EF266ED}" srcOrd="2" destOrd="0" presId="urn:microsoft.com/office/officeart/2005/8/layout/process4"/>
    <dgm:cxn modelId="{F9D0A127-6759-234D-967F-F73BA3B78FA2}" type="presParOf" srcId="{52928CEE-E1A4-6F4C-83C1-407B3EF266ED}" destId="{6DE313A0-1E42-D54D-BCAC-A011D98B0780}" srcOrd="0" destOrd="0" presId="urn:microsoft.com/office/officeart/2005/8/layout/process4"/>
    <dgm:cxn modelId="{1BF67803-69C8-EC44-93B3-ED540E0A05DC}" type="presParOf" srcId="{051AEA90-B9DF-B346-98AA-4A32BFD39534}" destId="{C94DD4DA-FDBB-FA40-B04C-FB38B531A099}" srcOrd="3" destOrd="0" presId="urn:microsoft.com/office/officeart/2005/8/layout/process4"/>
    <dgm:cxn modelId="{1061CD6C-930C-FF46-AEC6-D091B82E0E2D}" type="presParOf" srcId="{051AEA90-B9DF-B346-98AA-4A32BFD39534}" destId="{3C577DFD-E9B7-8345-8181-B73283B8F082}" srcOrd="4" destOrd="0" presId="urn:microsoft.com/office/officeart/2005/8/layout/process4"/>
    <dgm:cxn modelId="{9C0D5471-E951-1C4E-9520-C392BAA44B6A}" type="presParOf" srcId="{3C577DFD-E9B7-8345-8181-B73283B8F082}" destId="{AC307951-36F5-9645-827E-95C1AC1D15D8}" srcOrd="0" destOrd="0" presId="urn:microsoft.com/office/officeart/2005/8/layout/process4"/>
    <dgm:cxn modelId="{45BD271C-AF6C-FC4A-82AE-7F2A308CD04E}" type="presParOf" srcId="{3C577DFD-E9B7-8345-8181-B73283B8F082}" destId="{8A611C94-6B78-124C-A273-54701A40DB4C}" srcOrd="1" destOrd="0" presId="urn:microsoft.com/office/officeart/2005/8/layout/process4"/>
    <dgm:cxn modelId="{CB6C9E98-C1E4-284A-8093-3855F72782D7}" type="presParOf" srcId="{3C577DFD-E9B7-8345-8181-B73283B8F082}" destId="{F8760F4D-AB3B-D845-852E-6832F6B6747E}" srcOrd="2" destOrd="0" presId="urn:microsoft.com/office/officeart/2005/8/layout/process4"/>
    <dgm:cxn modelId="{17C699E6-29D3-6E47-8C4A-C12234195F12}" type="presParOf" srcId="{F8760F4D-AB3B-D845-852E-6832F6B6747E}" destId="{38864A79-7FBE-C544-9BF9-209ECC72F1E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3703EC1-D8AD-4C9B-BE89-59B7DBDB9789}" type="doc">
      <dgm:prSet loTypeId="urn:microsoft.com/office/officeart/2005/8/layout/vList2" loCatId="list" qsTypeId="urn:microsoft.com/office/officeart/2005/8/quickstyle/3d3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8E486F2-3E2D-4C48-BF9B-7B703CA47045}">
      <dgm:prSet/>
      <dgm:spPr/>
      <dgm:t>
        <a:bodyPr/>
        <a:lstStyle/>
        <a:p>
          <a:r>
            <a:rPr lang="en-US"/>
            <a:t>NIST SP 800-50 Rev 1 (2024): </a:t>
          </a:r>
          <a:r>
            <a:rPr lang="en-US">
              <a:hlinkClick xmlns:r="http://schemas.openxmlformats.org/officeDocument/2006/relationships" r:id="rId1"/>
            </a:rPr>
            <a:t>https://csrc.nist.gov/pubs/sp/800/50/r1/final</a:t>
          </a:r>
          <a:endParaRPr lang="en-US"/>
        </a:p>
      </dgm:t>
    </dgm:pt>
    <dgm:pt modelId="{FD67B0CB-035F-4568-8061-5859C9FD33CF}" type="parTrans" cxnId="{84E83B14-4477-47A9-A2B5-1E6AA951E2E3}">
      <dgm:prSet/>
      <dgm:spPr/>
      <dgm:t>
        <a:bodyPr/>
        <a:lstStyle/>
        <a:p>
          <a:endParaRPr lang="en-US"/>
        </a:p>
      </dgm:t>
    </dgm:pt>
    <dgm:pt modelId="{7E8F641A-6C8D-4EC8-9320-16445F0AEA26}" type="sibTrans" cxnId="{84E83B14-4477-47A9-A2B5-1E6AA951E2E3}">
      <dgm:prSet/>
      <dgm:spPr/>
      <dgm:t>
        <a:bodyPr/>
        <a:lstStyle/>
        <a:p>
          <a:endParaRPr lang="en-US"/>
        </a:p>
      </dgm:t>
    </dgm:pt>
    <dgm:pt modelId="{EE5F7887-A691-42B2-973B-34D437B56DA6}">
      <dgm:prSet/>
      <dgm:spPr/>
      <dgm:t>
        <a:bodyPr/>
        <a:lstStyle/>
        <a:p>
          <a:r>
            <a:rPr lang="en-US"/>
            <a:t>CISA Cybersecurity Awareness Program: </a:t>
          </a:r>
          <a:r>
            <a:rPr lang="en-US">
              <a:hlinkClick xmlns:r="http://schemas.openxmlformats.org/officeDocument/2006/relationships" r:id="rId2"/>
            </a:rPr>
            <a:t>https://www.cisa.gov/resources-tools/programs/cisa-cybersecurity-awareness-program</a:t>
          </a:r>
          <a:endParaRPr lang="en-US"/>
        </a:p>
      </dgm:t>
    </dgm:pt>
    <dgm:pt modelId="{D139E32D-4253-4E9A-AFFF-E0885A3FF409}" type="parTrans" cxnId="{24BBE8FC-56F1-44C9-901A-3C912DB3D16D}">
      <dgm:prSet/>
      <dgm:spPr/>
      <dgm:t>
        <a:bodyPr/>
        <a:lstStyle/>
        <a:p>
          <a:endParaRPr lang="en-US"/>
        </a:p>
      </dgm:t>
    </dgm:pt>
    <dgm:pt modelId="{C1DBECBB-874E-4244-B87D-D42B8FD6EE45}" type="sibTrans" cxnId="{24BBE8FC-56F1-44C9-901A-3C912DB3D16D}">
      <dgm:prSet/>
      <dgm:spPr/>
      <dgm:t>
        <a:bodyPr/>
        <a:lstStyle/>
        <a:p>
          <a:endParaRPr lang="en-US"/>
        </a:p>
      </dgm:t>
    </dgm:pt>
    <dgm:pt modelId="{F1E218A0-7EA4-44BA-AE09-2B43F6993D22}">
      <dgm:prSet/>
      <dgm:spPr/>
      <dgm:t>
        <a:bodyPr/>
        <a:lstStyle/>
        <a:p>
          <a:r>
            <a:rPr lang="en-US"/>
            <a:t>Conklin, W. A., &amp; Shoemaker, D. P. (2022). </a:t>
          </a:r>
          <a:r>
            <a:rPr lang="en-US" i="1"/>
            <a:t>CSSLP Certified Secure Software Lifecycle Professional All-in-One Exam Guide</a:t>
          </a:r>
          <a:r>
            <a:rPr lang="en-US"/>
            <a:t> (3rd ed.). McGraw Hill.</a:t>
          </a:r>
        </a:p>
      </dgm:t>
    </dgm:pt>
    <dgm:pt modelId="{7DB88054-8BD8-4A33-88A6-0B285BEAF4A7}" type="parTrans" cxnId="{9B18B451-69DE-4C05-9A32-92BEB91AFB50}">
      <dgm:prSet/>
      <dgm:spPr/>
      <dgm:t>
        <a:bodyPr/>
        <a:lstStyle/>
        <a:p>
          <a:endParaRPr lang="en-US"/>
        </a:p>
      </dgm:t>
    </dgm:pt>
    <dgm:pt modelId="{3D217876-3EC4-4A5F-B828-515BFE6FE2A5}" type="sibTrans" cxnId="{9B18B451-69DE-4C05-9A32-92BEB91AFB50}">
      <dgm:prSet/>
      <dgm:spPr/>
      <dgm:t>
        <a:bodyPr/>
        <a:lstStyle/>
        <a:p>
          <a:endParaRPr lang="en-US"/>
        </a:p>
      </dgm:t>
    </dgm:pt>
    <dgm:pt modelId="{32DCD583-668B-244E-9E6E-CCEEBCF3AB80}" type="pres">
      <dgm:prSet presAssocID="{23703EC1-D8AD-4C9B-BE89-59B7DBDB9789}" presName="linear" presStyleCnt="0">
        <dgm:presLayoutVars>
          <dgm:animLvl val="lvl"/>
          <dgm:resizeHandles val="exact"/>
        </dgm:presLayoutVars>
      </dgm:prSet>
      <dgm:spPr/>
    </dgm:pt>
    <dgm:pt modelId="{AE4DB3AB-D75C-214C-A221-83C7DA179E0B}" type="pres">
      <dgm:prSet presAssocID="{B8E486F2-3E2D-4C48-BF9B-7B703CA470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748F39-E415-5A46-917F-7DF66D2A424A}" type="pres">
      <dgm:prSet presAssocID="{7E8F641A-6C8D-4EC8-9320-16445F0AEA26}" presName="spacer" presStyleCnt="0"/>
      <dgm:spPr/>
    </dgm:pt>
    <dgm:pt modelId="{898857F4-54ED-5840-88FC-44A23BDD6207}" type="pres">
      <dgm:prSet presAssocID="{EE5F7887-A691-42B2-973B-34D437B56D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FAA5B1-CC02-E94B-AC78-4EA4CB269D12}" type="pres">
      <dgm:prSet presAssocID="{C1DBECBB-874E-4244-B87D-D42B8FD6EE45}" presName="spacer" presStyleCnt="0"/>
      <dgm:spPr/>
    </dgm:pt>
    <dgm:pt modelId="{21236A2F-CD1F-3845-B539-BBE4BC583DB8}" type="pres">
      <dgm:prSet presAssocID="{F1E218A0-7EA4-44BA-AE09-2B43F6993D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4E83B14-4477-47A9-A2B5-1E6AA951E2E3}" srcId="{23703EC1-D8AD-4C9B-BE89-59B7DBDB9789}" destId="{B8E486F2-3E2D-4C48-BF9B-7B703CA47045}" srcOrd="0" destOrd="0" parTransId="{FD67B0CB-035F-4568-8061-5859C9FD33CF}" sibTransId="{7E8F641A-6C8D-4EC8-9320-16445F0AEA26}"/>
    <dgm:cxn modelId="{234EC714-0B6C-9B42-BEC2-D73C69C62A0C}" type="presOf" srcId="{23703EC1-D8AD-4C9B-BE89-59B7DBDB9789}" destId="{32DCD583-668B-244E-9E6E-CCEEBCF3AB80}" srcOrd="0" destOrd="0" presId="urn:microsoft.com/office/officeart/2005/8/layout/vList2"/>
    <dgm:cxn modelId="{C7E17D48-9CB3-2541-A6CF-84CE4FEA181B}" type="presOf" srcId="{B8E486F2-3E2D-4C48-BF9B-7B703CA47045}" destId="{AE4DB3AB-D75C-214C-A221-83C7DA179E0B}" srcOrd="0" destOrd="0" presId="urn:microsoft.com/office/officeart/2005/8/layout/vList2"/>
    <dgm:cxn modelId="{9B18B451-69DE-4C05-9A32-92BEB91AFB50}" srcId="{23703EC1-D8AD-4C9B-BE89-59B7DBDB9789}" destId="{F1E218A0-7EA4-44BA-AE09-2B43F6993D22}" srcOrd="2" destOrd="0" parTransId="{7DB88054-8BD8-4A33-88A6-0B285BEAF4A7}" sibTransId="{3D217876-3EC4-4A5F-B828-515BFE6FE2A5}"/>
    <dgm:cxn modelId="{AE840FDB-5DEB-ED49-889B-1F0E3FB93EDD}" type="presOf" srcId="{F1E218A0-7EA4-44BA-AE09-2B43F6993D22}" destId="{21236A2F-CD1F-3845-B539-BBE4BC583DB8}" srcOrd="0" destOrd="0" presId="urn:microsoft.com/office/officeart/2005/8/layout/vList2"/>
    <dgm:cxn modelId="{C51E3BE7-7C12-DA45-B8F2-F6E572BB67D8}" type="presOf" srcId="{EE5F7887-A691-42B2-973B-34D437B56DA6}" destId="{898857F4-54ED-5840-88FC-44A23BDD6207}" srcOrd="0" destOrd="0" presId="urn:microsoft.com/office/officeart/2005/8/layout/vList2"/>
    <dgm:cxn modelId="{24BBE8FC-56F1-44C9-901A-3C912DB3D16D}" srcId="{23703EC1-D8AD-4C9B-BE89-59B7DBDB9789}" destId="{EE5F7887-A691-42B2-973B-34D437B56DA6}" srcOrd="1" destOrd="0" parTransId="{D139E32D-4253-4E9A-AFFF-E0885A3FF409}" sibTransId="{C1DBECBB-874E-4244-B87D-D42B8FD6EE45}"/>
    <dgm:cxn modelId="{4581E7A7-0C0D-3B4A-AF31-5EEF0F5711CB}" type="presParOf" srcId="{32DCD583-668B-244E-9E6E-CCEEBCF3AB80}" destId="{AE4DB3AB-D75C-214C-A221-83C7DA179E0B}" srcOrd="0" destOrd="0" presId="urn:microsoft.com/office/officeart/2005/8/layout/vList2"/>
    <dgm:cxn modelId="{6109A349-2776-DF48-8BA4-431628D10FD9}" type="presParOf" srcId="{32DCD583-668B-244E-9E6E-CCEEBCF3AB80}" destId="{76748F39-E415-5A46-917F-7DF66D2A424A}" srcOrd="1" destOrd="0" presId="urn:microsoft.com/office/officeart/2005/8/layout/vList2"/>
    <dgm:cxn modelId="{6FD23D64-74C6-0F43-9966-38FF8C27E5E4}" type="presParOf" srcId="{32DCD583-668B-244E-9E6E-CCEEBCF3AB80}" destId="{898857F4-54ED-5840-88FC-44A23BDD6207}" srcOrd="2" destOrd="0" presId="urn:microsoft.com/office/officeart/2005/8/layout/vList2"/>
    <dgm:cxn modelId="{2BC5AE1A-5E44-994B-9D72-4533194A9E4C}" type="presParOf" srcId="{32DCD583-668B-244E-9E6E-CCEEBCF3AB80}" destId="{F3FAA5B1-CC02-E94B-AC78-4EA4CB269D12}" srcOrd="3" destOrd="0" presId="urn:microsoft.com/office/officeart/2005/8/layout/vList2"/>
    <dgm:cxn modelId="{5AA6FCBA-610B-FE47-998F-03C3EEAAA489}" type="presParOf" srcId="{32DCD583-668B-244E-9E6E-CCEEBCF3AB80}" destId="{21236A2F-CD1F-3845-B539-BBE4BC583D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03A4D-8357-9E47-9045-24576F236AD3}">
      <dsp:nvSpPr>
        <dsp:cNvPr id="0" name=""/>
        <dsp:cNvSpPr/>
      </dsp:nvSpPr>
      <dsp:spPr>
        <a:xfrm>
          <a:off x="0" y="25438"/>
          <a:ext cx="11155680" cy="1034280"/>
        </a:xfrm>
        <a:prstGeom prst="round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Education</a:t>
          </a:r>
          <a:r>
            <a:rPr lang="en-US" sz="2600" kern="1200" dirty="0"/>
            <a:t> – Builds conceptual understanding of security principles and policies</a:t>
          </a:r>
        </a:p>
      </dsp:txBody>
      <dsp:txXfrm>
        <a:off x="50489" y="75927"/>
        <a:ext cx="11054702" cy="933302"/>
      </dsp:txXfrm>
    </dsp:sp>
    <dsp:sp modelId="{43CB8F88-79EC-354C-A035-F6B8A1DFAC95}">
      <dsp:nvSpPr>
        <dsp:cNvPr id="0" name=""/>
        <dsp:cNvSpPr/>
      </dsp:nvSpPr>
      <dsp:spPr>
        <a:xfrm>
          <a:off x="0" y="1134599"/>
          <a:ext cx="11155680" cy="1034280"/>
        </a:xfrm>
        <a:prstGeom prst="round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0000"/>
                <a:satMod val="103000"/>
                <a:lumMod val="102000"/>
                <a:tint val="94000"/>
              </a:schemeClr>
            </a:gs>
            <a:gs pos="50000">
              <a:schemeClr val="accent4">
                <a:alpha val="90000"/>
                <a:hueOff val="0"/>
                <a:satOff val="0"/>
                <a:lumOff val="0"/>
                <a:alphaOff val="-2000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Training</a:t>
          </a:r>
          <a:r>
            <a:rPr lang="en-US" sz="2600" kern="1200" dirty="0"/>
            <a:t> – develops hands-on skills (phishing drills, incident response, secure coding)</a:t>
          </a:r>
        </a:p>
      </dsp:txBody>
      <dsp:txXfrm>
        <a:off x="50489" y="1185088"/>
        <a:ext cx="11054702" cy="933302"/>
      </dsp:txXfrm>
    </dsp:sp>
    <dsp:sp modelId="{3CF0156B-F20F-DC48-83E0-8287895160AA}">
      <dsp:nvSpPr>
        <dsp:cNvPr id="0" name=""/>
        <dsp:cNvSpPr/>
      </dsp:nvSpPr>
      <dsp:spPr>
        <a:xfrm>
          <a:off x="0" y="2243759"/>
          <a:ext cx="11155680" cy="1034280"/>
        </a:xfrm>
        <a:prstGeom prst="round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4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Awareness</a:t>
          </a:r>
          <a:r>
            <a:rPr lang="en-US" sz="2600" kern="1200" dirty="0"/>
            <a:t> – ongoing culture-building through reminders, campaigns, and metrics.</a:t>
          </a:r>
        </a:p>
      </dsp:txBody>
      <dsp:txXfrm>
        <a:off x="50489" y="2294248"/>
        <a:ext cx="11054702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44979-7A24-D143-AE57-C56ACA53CBE9}">
      <dsp:nvSpPr>
        <dsp:cNvPr id="0" name=""/>
        <dsp:cNvSpPr/>
      </dsp:nvSpPr>
      <dsp:spPr>
        <a:xfrm rot="5400000">
          <a:off x="171514" y="-162397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Needs Assessment</a:t>
          </a:r>
        </a:p>
      </dsp:txBody>
      <dsp:txXfrm rot="-5400000">
        <a:off x="8417" y="700"/>
        <a:ext cx="1567789" cy="1241594"/>
      </dsp:txXfrm>
    </dsp:sp>
    <dsp:sp modelId="{ECB1E569-9138-9644-8708-B00DC7E14F86}">
      <dsp:nvSpPr>
        <dsp:cNvPr id="0" name=""/>
        <dsp:cNvSpPr/>
      </dsp:nvSpPr>
      <dsp:spPr>
        <a:xfrm rot="5400000">
          <a:off x="4132020" y="-2528619"/>
          <a:ext cx="807036" cy="58656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Identify roles, skills gaps, and regulatory obligations</a:t>
          </a:r>
        </a:p>
      </dsp:txBody>
      <dsp:txXfrm rot="-5400000">
        <a:off x="1602701" y="40096"/>
        <a:ext cx="5826279" cy="728244"/>
      </dsp:txXfrm>
    </dsp:sp>
    <dsp:sp modelId="{8A02E331-426E-DB41-B3F3-526B8B4BD963}">
      <dsp:nvSpPr>
        <dsp:cNvPr id="0" name=""/>
        <dsp:cNvSpPr/>
      </dsp:nvSpPr>
      <dsp:spPr>
        <a:xfrm rot="5400000">
          <a:off x="171514" y="963455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1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Design the Program</a:t>
          </a:r>
        </a:p>
      </dsp:txBody>
      <dsp:txXfrm rot="-5400000">
        <a:off x="8417" y="1126552"/>
        <a:ext cx="1567789" cy="1241594"/>
      </dsp:txXfrm>
    </dsp:sp>
    <dsp:sp modelId="{D847C35F-93E4-754D-9053-88EB8C06AC7B}">
      <dsp:nvSpPr>
        <dsp:cNvPr id="0" name=""/>
        <dsp:cNvSpPr/>
      </dsp:nvSpPr>
      <dsp:spPr>
        <a:xfrm rot="5400000">
          <a:off x="4132020" y="-1412427"/>
          <a:ext cx="807036" cy="58849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Define objectives, separate awareness from training from education.</a:t>
          </a:r>
        </a:p>
      </dsp:txBody>
      <dsp:txXfrm rot="-5400000">
        <a:off x="1593039" y="1165950"/>
        <a:ext cx="5845602" cy="728244"/>
      </dsp:txXfrm>
    </dsp:sp>
    <dsp:sp modelId="{95548E11-C6DB-0746-97F5-202CB3EBBE04}">
      <dsp:nvSpPr>
        <dsp:cNvPr id="0" name=""/>
        <dsp:cNvSpPr/>
      </dsp:nvSpPr>
      <dsp:spPr>
        <a:xfrm rot="5400000">
          <a:off x="171514" y="2089308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Develop Content</a:t>
          </a:r>
        </a:p>
      </dsp:txBody>
      <dsp:txXfrm rot="-5400000">
        <a:off x="8417" y="2252405"/>
        <a:ext cx="1567789" cy="1241594"/>
      </dsp:txXfrm>
    </dsp:sp>
    <dsp:sp modelId="{A3302122-96C2-404A-8C2A-7076BE9CE463}">
      <dsp:nvSpPr>
        <dsp:cNvPr id="0" name=""/>
        <dsp:cNvSpPr/>
      </dsp:nvSpPr>
      <dsp:spPr>
        <a:xfrm rot="5400000">
          <a:off x="4114696" y="-238089"/>
          <a:ext cx="807036" cy="57880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Create role-specific modules, quizzes, and simulations</a:t>
          </a:r>
        </a:p>
      </dsp:txBody>
      <dsp:txXfrm rot="-5400000">
        <a:off x="1624201" y="2291802"/>
        <a:ext cx="5748631" cy="728244"/>
      </dsp:txXfrm>
    </dsp:sp>
    <dsp:sp modelId="{F06C6CB1-AF04-2145-A9C2-71E6FB8D1760}">
      <dsp:nvSpPr>
        <dsp:cNvPr id="0" name=""/>
        <dsp:cNvSpPr/>
      </dsp:nvSpPr>
      <dsp:spPr>
        <a:xfrm rot="5400000">
          <a:off x="171514" y="3215160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3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Implement</a:t>
          </a:r>
        </a:p>
      </dsp:txBody>
      <dsp:txXfrm rot="-5400000">
        <a:off x="8417" y="3378257"/>
        <a:ext cx="1567789" cy="1241594"/>
      </dsp:txXfrm>
    </dsp:sp>
    <dsp:sp modelId="{C7BF51C0-013A-F24C-AE47-2FF1D69520E5}">
      <dsp:nvSpPr>
        <dsp:cNvPr id="0" name=""/>
        <dsp:cNvSpPr/>
      </dsp:nvSpPr>
      <dsp:spPr>
        <a:xfrm rot="5400000">
          <a:off x="4114696" y="887762"/>
          <a:ext cx="807036" cy="57880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Deliver via LMS, onboarding, and workshops (requires leadership support)</a:t>
          </a:r>
        </a:p>
      </dsp:txBody>
      <dsp:txXfrm rot="-5400000">
        <a:off x="1624201" y="3417653"/>
        <a:ext cx="5748631" cy="728244"/>
      </dsp:txXfrm>
    </dsp:sp>
    <dsp:sp modelId="{8CE938DE-D7CB-D845-A489-4663C16FF2C7}">
      <dsp:nvSpPr>
        <dsp:cNvPr id="0" name=""/>
        <dsp:cNvSpPr/>
      </dsp:nvSpPr>
      <dsp:spPr>
        <a:xfrm rot="5400000">
          <a:off x="171514" y="4341013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Evaluate &amp; Improve</a:t>
          </a:r>
        </a:p>
      </dsp:txBody>
      <dsp:txXfrm rot="-5400000">
        <a:off x="8417" y="4504110"/>
        <a:ext cx="1567789" cy="1241594"/>
      </dsp:txXfrm>
    </dsp:sp>
    <dsp:sp modelId="{C3E8C601-8722-0342-96F8-53869361B175}">
      <dsp:nvSpPr>
        <dsp:cNvPr id="0" name=""/>
        <dsp:cNvSpPr/>
      </dsp:nvSpPr>
      <dsp:spPr>
        <a:xfrm rot="5400000">
          <a:off x="4114696" y="2013615"/>
          <a:ext cx="807036" cy="57880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Measure quiz scores, phishing click stores and incident counts.  Revise regularly.</a:t>
          </a:r>
        </a:p>
      </dsp:txBody>
      <dsp:txXfrm rot="-5400000">
        <a:off x="1624201" y="4543506"/>
        <a:ext cx="5748631" cy="7282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44979-7A24-D143-AE57-C56ACA53CBE9}">
      <dsp:nvSpPr>
        <dsp:cNvPr id="0" name=""/>
        <dsp:cNvSpPr/>
      </dsp:nvSpPr>
      <dsp:spPr>
        <a:xfrm rot="5400000">
          <a:off x="171514" y="-162397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Review Available Resources</a:t>
          </a:r>
        </a:p>
      </dsp:txBody>
      <dsp:txXfrm rot="-5400000">
        <a:off x="8417" y="700"/>
        <a:ext cx="1567789" cy="1241594"/>
      </dsp:txXfrm>
    </dsp:sp>
    <dsp:sp modelId="{ECB1E569-9138-9644-8708-B00DC7E14F86}">
      <dsp:nvSpPr>
        <dsp:cNvPr id="0" name=""/>
        <dsp:cNvSpPr/>
      </dsp:nvSpPr>
      <dsp:spPr>
        <a:xfrm rot="5400000">
          <a:off x="4132020" y="-2528619"/>
          <a:ext cx="807036" cy="58656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Explore CISA's toolkits, tip sheets, and awareness campaign materials.</a:t>
          </a:r>
        </a:p>
      </dsp:txBody>
      <dsp:txXfrm rot="-5400000">
        <a:off x="1602701" y="40096"/>
        <a:ext cx="5826279" cy="728244"/>
      </dsp:txXfrm>
    </dsp:sp>
    <dsp:sp modelId="{8A02E331-426E-DB41-B3F3-526B8B4BD963}">
      <dsp:nvSpPr>
        <dsp:cNvPr id="0" name=""/>
        <dsp:cNvSpPr/>
      </dsp:nvSpPr>
      <dsp:spPr>
        <a:xfrm rot="5400000">
          <a:off x="171514" y="963455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1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Align to Themes</a:t>
          </a:r>
        </a:p>
      </dsp:txBody>
      <dsp:txXfrm rot="-5400000">
        <a:off x="8417" y="1126552"/>
        <a:ext cx="1567789" cy="1241594"/>
      </dsp:txXfrm>
    </dsp:sp>
    <dsp:sp modelId="{D847C35F-93E4-754D-9053-88EB8C06AC7B}">
      <dsp:nvSpPr>
        <dsp:cNvPr id="0" name=""/>
        <dsp:cNvSpPr/>
      </dsp:nvSpPr>
      <dsp:spPr>
        <a:xfrm rot="5400000">
          <a:off x="4132020" y="-1412427"/>
          <a:ext cx="807036" cy="58849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CISA organized content around four key behaviors: Strong Passwords, Multi-Factor Authentication, Recognize Phishing, and Updating Software.</a:t>
          </a:r>
        </a:p>
      </dsp:txBody>
      <dsp:txXfrm rot="-5400000">
        <a:off x="1593039" y="1165950"/>
        <a:ext cx="5845602" cy="728244"/>
      </dsp:txXfrm>
    </dsp:sp>
    <dsp:sp modelId="{95548E11-C6DB-0746-97F5-202CB3EBBE04}">
      <dsp:nvSpPr>
        <dsp:cNvPr id="0" name=""/>
        <dsp:cNvSpPr/>
      </dsp:nvSpPr>
      <dsp:spPr>
        <a:xfrm rot="5400000">
          <a:off x="171514" y="2089308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Build a Multi-Format Program</a:t>
          </a:r>
        </a:p>
      </dsp:txBody>
      <dsp:txXfrm rot="-5400000">
        <a:off x="8417" y="2252405"/>
        <a:ext cx="1567789" cy="1241594"/>
      </dsp:txXfrm>
    </dsp:sp>
    <dsp:sp modelId="{A3302122-96C2-404A-8C2A-7076BE9CE463}">
      <dsp:nvSpPr>
        <dsp:cNvPr id="0" name=""/>
        <dsp:cNvSpPr/>
      </dsp:nvSpPr>
      <dsp:spPr>
        <a:xfrm rot="5400000">
          <a:off x="4114696" y="-238089"/>
          <a:ext cx="807036" cy="57880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combine CISA materials with emails, posters, short videos, and lunch-and-learn sessions.</a:t>
          </a:r>
        </a:p>
      </dsp:txBody>
      <dsp:txXfrm rot="-5400000">
        <a:off x="1624201" y="2291802"/>
        <a:ext cx="5748631" cy="728244"/>
      </dsp:txXfrm>
    </dsp:sp>
    <dsp:sp modelId="{F06C6CB1-AF04-2145-A9C2-71E6FB8D1760}">
      <dsp:nvSpPr>
        <dsp:cNvPr id="0" name=""/>
        <dsp:cNvSpPr/>
      </dsp:nvSpPr>
      <dsp:spPr>
        <a:xfrm rot="5400000">
          <a:off x="171514" y="3215160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3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Engage Leadership</a:t>
          </a:r>
        </a:p>
      </dsp:txBody>
      <dsp:txXfrm rot="-5400000">
        <a:off x="8417" y="3378257"/>
        <a:ext cx="1567789" cy="1241594"/>
      </dsp:txXfrm>
    </dsp:sp>
    <dsp:sp modelId="{C7BF51C0-013A-F24C-AE47-2FF1D69520E5}">
      <dsp:nvSpPr>
        <dsp:cNvPr id="0" name=""/>
        <dsp:cNvSpPr/>
      </dsp:nvSpPr>
      <dsp:spPr>
        <a:xfrm rot="5400000">
          <a:off x="4114696" y="887762"/>
          <a:ext cx="807036" cy="57880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use CISA's messaging to secure executive sponsorship and communicate risk in business terms.</a:t>
          </a:r>
        </a:p>
      </dsp:txBody>
      <dsp:txXfrm rot="-5400000">
        <a:off x="1624201" y="3417653"/>
        <a:ext cx="5748631" cy="728244"/>
      </dsp:txXfrm>
    </dsp:sp>
    <dsp:sp modelId="{8CE938DE-D7CB-D845-A489-4663C16FF2C7}">
      <dsp:nvSpPr>
        <dsp:cNvPr id="0" name=""/>
        <dsp:cNvSpPr/>
      </dsp:nvSpPr>
      <dsp:spPr>
        <a:xfrm rot="5400000">
          <a:off x="171514" y="4341013"/>
          <a:ext cx="1241594" cy="1567789"/>
        </a:xfrm>
        <a:prstGeom prst="chevron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Measure &amp; Repeat</a:t>
          </a:r>
        </a:p>
      </dsp:txBody>
      <dsp:txXfrm rot="-5400000">
        <a:off x="8417" y="4504110"/>
        <a:ext cx="1567789" cy="1241594"/>
      </dsp:txXfrm>
    </dsp:sp>
    <dsp:sp modelId="{C3E8C601-8722-0342-96F8-53869361B175}">
      <dsp:nvSpPr>
        <dsp:cNvPr id="0" name=""/>
        <dsp:cNvSpPr/>
      </dsp:nvSpPr>
      <dsp:spPr>
        <a:xfrm rot="5400000">
          <a:off x="4114696" y="2013615"/>
          <a:ext cx="807036" cy="57880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Track participation and awareness over time.  Refresh content using CISA's annual Cybersecurity Awareness Month campaigns.</a:t>
          </a:r>
        </a:p>
      </dsp:txBody>
      <dsp:txXfrm rot="-5400000">
        <a:off x="1624201" y="4543506"/>
        <a:ext cx="5748631" cy="7282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0C1E95-29EB-5B45-BF89-E9B7816A0042}">
      <dsp:nvSpPr>
        <dsp:cNvPr id="0" name=""/>
        <dsp:cNvSpPr/>
      </dsp:nvSpPr>
      <dsp:spPr>
        <a:xfrm>
          <a:off x="1211442" y="278481"/>
          <a:ext cx="3476671" cy="69410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NIST SP 800-50</a:t>
          </a:r>
        </a:p>
      </dsp:txBody>
      <dsp:txXfrm>
        <a:off x="1231772" y="298811"/>
        <a:ext cx="3436011" cy="653449"/>
      </dsp:txXfrm>
    </dsp:sp>
    <dsp:sp modelId="{6A33F7CB-10B0-3D4B-83D1-92A3ED3EFB91}">
      <dsp:nvSpPr>
        <dsp:cNvPr id="0" name=""/>
        <dsp:cNvSpPr/>
      </dsp:nvSpPr>
      <dsp:spPr>
        <a:xfrm>
          <a:off x="7329879" y="257696"/>
          <a:ext cx="3476671" cy="69410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CISA Awareness Program</a:t>
          </a:r>
        </a:p>
      </dsp:txBody>
      <dsp:txXfrm>
        <a:off x="7350209" y="278026"/>
        <a:ext cx="3436011" cy="653449"/>
      </dsp:txXfrm>
    </dsp:sp>
    <dsp:sp modelId="{D9D89113-2508-A649-A48A-76C88A60B2C5}">
      <dsp:nvSpPr>
        <dsp:cNvPr id="0" name=""/>
        <dsp:cNvSpPr/>
      </dsp:nvSpPr>
      <dsp:spPr>
        <a:xfrm>
          <a:off x="5742189" y="4009851"/>
          <a:ext cx="707620" cy="707620"/>
        </a:xfrm>
        <a:prstGeom prst="triangle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5C64E92-C0AD-714B-B5A8-6594F7871F30}">
      <dsp:nvSpPr>
        <dsp:cNvPr id="0" name=""/>
        <dsp:cNvSpPr/>
      </dsp:nvSpPr>
      <dsp:spPr>
        <a:xfrm>
          <a:off x="505972" y="3739063"/>
          <a:ext cx="11180054" cy="235882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5C17F7D-30CE-6A48-9218-441761B5A49C}">
      <dsp:nvSpPr>
        <dsp:cNvPr id="0" name=""/>
        <dsp:cNvSpPr/>
      </dsp:nvSpPr>
      <dsp:spPr>
        <a:xfrm>
          <a:off x="6516907" y="3157874"/>
          <a:ext cx="5169118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Practical behavior-change resources</a:t>
          </a:r>
        </a:p>
      </dsp:txBody>
      <dsp:txXfrm>
        <a:off x="6545278" y="3186245"/>
        <a:ext cx="5112376" cy="524450"/>
      </dsp:txXfrm>
    </dsp:sp>
    <dsp:sp modelId="{55C2AE36-DA06-7F42-9736-9EC0085391B9}">
      <dsp:nvSpPr>
        <dsp:cNvPr id="0" name=""/>
        <dsp:cNvSpPr/>
      </dsp:nvSpPr>
      <dsp:spPr>
        <a:xfrm>
          <a:off x="6516907" y="2531393"/>
          <a:ext cx="5169118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Best For: Any organization (rapid, low-cost deployment)</a:t>
          </a:r>
        </a:p>
      </dsp:txBody>
      <dsp:txXfrm>
        <a:off x="6545278" y="2559764"/>
        <a:ext cx="5112376" cy="524450"/>
      </dsp:txXfrm>
    </dsp:sp>
    <dsp:sp modelId="{E5D24E25-3823-D14D-A22E-A034C5101EBC}">
      <dsp:nvSpPr>
        <dsp:cNvPr id="0" name=""/>
        <dsp:cNvSpPr/>
      </dsp:nvSpPr>
      <dsp:spPr>
        <a:xfrm>
          <a:off x="6516907" y="1904913"/>
          <a:ext cx="5169118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Plug-and-play toolkits and templates, easy to get started.</a:t>
          </a:r>
        </a:p>
      </dsp:txBody>
      <dsp:txXfrm>
        <a:off x="6545278" y="1933284"/>
        <a:ext cx="5112376" cy="524450"/>
      </dsp:txXfrm>
    </dsp:sp>
    <dsp:sp modelId="{41D0BDFF-9810-DF43-A97A-62F1BBAB8C54}">
      <dsp:nvSpPr>
        <dsp:cNvPr id="0" name=""/>
        <dsp:cNvSpPr/>
      </dsp:nvSpPr>
      <dsp:spPr>
        <a:xfrm>
          <a:off x="6516907" y="1267111"/>
          <a:ext cx="5169118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Tracking: participation rates and behavior tracking.</a:t>
          </a:r>
        </a:p>
      </dsp:txBody>
      <dsp:txXfrm>
        <a:off x="6545278" y="1295482"/>
        <a:ext cx="5112376" cy="524450"/>
      </dsp:txXfrm>
    </dsp:sp>
    <dsp:sp modelId="{F9E65C94-143F-134C-B926-5B184C82831F}">
      <dsp:nvSpPr>
        <dsp:cNvPr id="0" name=""/>
        <dsp:cNvSpPr/>
      </dsp:nvSpPr>
      <dsp:spPr>
        <a:xfrm>
          <a:off x="521206" y="3157868"/>
          <a:ext cx="5037026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Compliance &amp; Policy driven-framework</a:t>
          </a:r>
        </a:p>
      </dsp:txBody>
      <dsp:txXfrm>
        <a:off x="549577" y="3186239"/>
        <a:ext cx="4980284" cy="524450"/>
      </dsp:txXfrm>
    </dsp:sp>
    <dsp:sp modelId="{608387FC-515F-514D-9731-A68CBBC9F780}">
      <dsp:nvSpPr>
        <dsp:cNvPr id="0" name=""/>
        <dsp:cNvSpPr/>
      </dsp:nvSpPr>
      <dsp:spPr>
        <a:xfrm>
          <a:off x="521206" y="2531388"/>
          <a:ext cx="5037026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Best for: Regulated industries, audit readiness</a:t>
          </a:r>
        </a:p>
      </dsp:txBody>
      <dsp:txXfrm>
        <a:off x="549577" y="2559759"/>
        <a:ext cx="4980284" cy="524450"/>
      </dsp:txXfrm>
    </dsp:sp>
    <dsp:sp modelId="{0F4C83C6-61BB-8547-B5DF-A32F5B327459}">
      <dsp:nvSpPr>
        <dsp:cNvPr id="0" name=""/>
        <dsp:cNvSpPr/>
      </dsp:nvSpPr>
      <dsp:spPr>
        <a:xfrm>
          <a:off x="521206" y="1904907"/>
          <a:ext cx="5037026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Can be hard to understand for non-technical personnel (needs translation by security personnel)</a:t>
          </a:r>
        </a:p>
      </dsp:txBody>
      <dsp:txXfrm>
        <a:off x="549577" y="1933278"/>
        <a:ext cx="4980284" cy="524450"/>
      </dsp:txXfrm>
    </dsp:sp>
    <dsp:sp modelId="{04E7D0F4-984B-9748-826A-28326C829EF6}">
      <dsp:nvSpPr>
        <dsp:cNvPr id="0" name=""/>
        <dsp:cNvSpPr/>
      </dsp:nvSpPr>
      <dsp:spPr>
        <a:xfrm>
          <a:off x="521206" y="1267105"/>
          <a:ext cx="5037026" cy="581192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Tracking: training completion and role-based assessments</a:t>
          </a:r>
        </a:p>
      </dsp:txBody>
      <dsp:txXfrm>
        <a:off x="549577" y="1295476"/>
        <a:ext cx="4980284" cy="5244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ECAD5-677B-FE4D-8957-B5448BD632BA}">
      <dsp:nvSpPr>
        <dsp:cNvPr id="0" name=""/>
        <dsp:cNvSpPr/>
      </dsp:nvSpPr>
      <dsp:spPr>
        <a:xfrm>
          <a:off x="0" y="3737562"/>
          <a:ext cx="6620255" cy="12267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Together, they give MeCo both compliance evidence (NIST) and accessible ongoing content (CISA) without requiring a paid vendor platform.</a:t>
          </a:r>
        </a:p>
      </dsp:txBody>
      <dsp:txXfrm>
        <a:off x="0" y="3737562"/>
        <a:ext cx="6620255" cy="1226751"/>
      </dsp:txXfrm>
    </dsp:sp>
    <dsp:sp modelId="{D978ACE2-F386-AF4D-903F-C1A5CFBD4A5A}">
      <dsp:nvSpPr>
        <dsp:cNvPr id="0" name=""/>
        <dsp:cNvSpPr/>
      </dsp:nvSpPr>
      <dsp:spPr>
        <a:xfrm rot="10800000">
          <a:off x="0" y="1869220"/>
          <a:ext cx="6620255" cy="1886743"/>
        </a:xfrm>
        <a:prstGeom prst="upArrowCallout">
          <a:avLst/>
        </a:prstGeom>
        <a:solidFill>
          <a:schemeClr val="accent3">
            <a:hueOff val="6727032"/>
            <a:satOff val="10204"/>
            <a:lumOff val="656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CISA fills the practical gap.</a:t>
          </a:r>
        </a:p>
      </dsp:txBody>
      <dsp:txXfrm rot="-10800000">
        <a:off x="0" y="1869220"/>
        <a:ext cx="6620255" cy="662247"/>
      </dsp:txXfrm>
    </dsp:sp>
    <dsp:sp modelId="{6DE313A0-1E42-D54D-BCAC-A011D98B0780}">
      <dsp:nvSpPr>
        <dsp:cNvPr id="0" name=""/>
        <dsp:cNvSpPr/>
      </dsp:nvSpPr>
      <dsp:spPr>
        <a:xfrm>
          <a:off x="0" y="2531467"/>
          <a:ext cx="6620255" cy="56413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Provides ready-made, plain-language materials that can be deployed quickly with minimal cost or expertise required.</a:t>
          </a:r>
        </a:p>
      </dsp:txBody>
      <dsp:txXfrm>
        <a:off x="0" y="2531467"/>
        <a:ext cx="6620255" cy="564136"/>
      </dsp:txXfrm>
    </dsp:sp>
    <dsp:sp modelId="{8A611C94-6B78-124C-A273-54701A40DB4C}">
      <dsp:nvSpPr>
        <dsp:cNvPr id="0" name=""/>
        <dsp:cNvSpPr/>
      </dsp:nvSpPr>
      <dsp:spPr>
        <a:xfrm rot="10800000">
          <a:off x="0" y="877"/>
          <a:ext cx="6620255" cy="1886743"/>
        </a:xfrm>
        <a:prstGeom prst="upArrowCallout">
          <a:avLst/>
        </a:prstGeom>
        <a:solidFill>
          <a:schemeClr val="accent3">
            <a:hueOff val="13454064"/>
            <a:satOff val="20408"/>
            <a:lumOff val="1313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NIST provides the structural and compliance backbone.  </a:t>
          </a:r>
        </a:p>
      </dsp:txBody>
      <dsp:txXfrm rot="-10800000">
        <a:off x="0" y="877"/>
        <a:ext cx="6620255" cy="662247"/>
      </dsp:txXfrm>
    </dsp:sp>
    <dsp:sp modelId="{38864A79-7FBE-C544-9BF9-209ECC72F1E3}">
      <dsp:nvSpPr>
        <dsp:cNvPr id="0" name=""/>
        <dsp:cNvSpPr/>
      </dsp:nvSpPr>
      <dsp:spPr>
        <a:xfrm>
          <a:off x="0" y="663124"/>
          <a:ext cx="6620255" cy="564136"/>
        </a:xfrm>
        <a:prstGeom prst="rect">
          <a:avLst/>
        </a:prstGeom>
        <a:solidFill>
          <a:schemeClr val="accent3">
            <a:tint val="40000"/>
            <a:alpha val="90000"/>
            <a:hueOff val="14024082"/>
            <a:satOff val="31901"/>
            <a:lumOff val="254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4024082"/>
              <a:satOff val="31901"/>
              <a:lumOff val="254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Any program built on it is immediate defensible to auditors, regulators, and cyber investors.</a:t>
          </a:r>
        </a:p>
      </dsp:txBody>
      <dsp:txXfrm>
        <a:off x="0" y="663124"/>
        <a:ext cx="6620255" cy="5641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DB3AB-D75C-214C-A221-83C7DA179E0B}">
      <dsp:nvSpPr>
        <dsp:cNvPr id="0" name=""/>
        <dsp:cNvSpPr/>
      </dsp:nvSpPr>
      <dsp:spPr>
        <a:xfrm>
          <a:off x="0" y="288734"/>
          <a:ext cx="11155680" cy="101336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NIST SP 800-50 Rev 1 (2024): </a:t>
          </a:r>
          <a:r>
            <a:rPr lang="en-US" sz="2600" kern="1200">
              <a:hlinkClick xmlns:r="http://schemas.openxmlformats.org/officeDocument/2006/relationships" r:id="rId1"/>
            </a:rPr>
            <a:t>https://csrc.nist.gov/pubs/sp/800/50/r1/final</a:t>
          </a:r>
          <a:endParaRPr lang="en-US" sz="2600" kern="1200"/>
        </a:p>
      </dsp:txBody>
      <dsp:txXfrm>
        <a:off x="49468" y="338202"/>
        <a:ext cx="11056744" cy="914430"/>
      </dsp:txXfrm>
    </dsp:sp>
    <dsp:sp modelId="{898857F4-54ED-5840-88FC-44A23BDD6207}">
      <dsp:nvSpPr>
        <dsp:cNvPr id="0" name=""/>
        <dsp:cNvSpPr/>
      </dsp:nvSpPr>
      <dsp:spPr>
        <a:xfrm>
          <a:off x="0" y="1376980"/>
          <a:ext cx="11155680" cy="101336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CISA Cybersecurity Awareness Program: </a:t>
          </a:r>
          <a:r>
            <a:rPr lang="en-US" sz="2600" kern="1200">
              <a:hlinkClick xmlns:r="http://schemas.openxmlformats.org/officeDocument/2006/relationships" r:id="rId2"/>
            </a:rPr>
            <a:t>https://www.cisa.gov/resources-tools/programs/cisa-cybersecurity-awareness-program</a:t>
          </a:r>
          <a:endParaRPr lang="en-US" sz="2600" kern="1200"/>
        </a:p>
      </dsp:txBody>
      <dsp:txXfrm>
        <a:off x="49468" y="1426448"/>
        <a:ext cx="11056744" cy="914430"/>
      </dsp:txXfrm>
    </dsp:sp>
    <dsp:sp modelId="{21236A2F-CD1F-3845-B539-BBE4BC583DB8}">
      <dsp:nvSpPr>
        <dsp:cNvPr id="0" name=""/>
        <dsp:cNvSpPr/>
      </dsp:nvSpPr>
      <dsp:spPr>
        <a:xfrm>
          <a:off x="0" y="2465227"/>
          <a:ext cx="11155680" cy="101336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Conklin, W. A., &amp; Shoemaker, D. P. (2022). </a:t>
          </a:r>
          <a:r>
            <a:rPr lang="en-US" sz="2600" i="1" kern="1200"/>
            <a:t>CSSLP Certified Secure Software Lifecycle Professional All-in-One Exam Guide</a:t>
          </a:r>
          <a:r>
            <a:rPr lang="en-US" sz="2600" kern="1200"/>
            <a:t> (3rd ed.). McGraw Hill.</a:t>
          </a:r>
        </a:p>
      </dsp:txBody>
      <dsp:txXfrm>
        <a:off x="49468" y="2514695"/>
        <a:ext cx="11056744" cy="914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6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7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4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41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8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4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0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3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5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3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693443C-F0E4-9085-4E64-68F27DA862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806" b="2832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C5686A-EAD5-F1F4-8F53-13D3F95C0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Security Education, Training &amp; Awareness (SETA)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46428-CA90-2AAA-D807-A719E64F7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2566" y="4114802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Recommended Sources for </a:t>
            </a:r>
            <a:r>
              <a:rPr lang="en-US" sz="2400" dirty="0" err="1">
                <a:solidFill>
                  <a:srgbClr val="FFFFFF"/>
                </a:solidFill>
              </a:rPr>
              <a:t>MeCo’s</a:t>
            </a:r>
            <a:r>
              <a:rPr lang="en-US" sz="2400" dirty="0">
                <a:solidFill>
                  <a:srgbClr val="FFFFFF"/>
                </a:solidFill>
              </a:rPr>
              <a:t> SETA Implementation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DA744-671B-AC72-310A-86C1D9AC8157}"/>
              </a:ext>
            </a:extLst>
          </p:cNvPr>
          <p:cNvSpPr txBox="1"/>
          <p:nvPr/>
        </p:nvSpPr>
        <p:spPr>
          <a:xfrm>
            <a:off x="0" y="6349910"/>
            <a:ext cx="1187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Presentation By: Robert Breutzmann for CSD 370 – Secure Software Development – Discussion 10.1</a:t>
            </a:r>
          </a:p>
        </p:txBody>
      </p:sp>
    </p:spTree>
    <p:extLst>
      <p:ext uri="{BB962C8B-B14F-4D97-AF65-F5344CB8AC3E}">
        <p14:creationId xmlns:p14="http://schemas.microsoft.com/office/powerpoint/2010/main" val="81048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1B31-4B03-6FA7-6B3C-EA9227E9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6770"/>
          </a:xfrm>
        </p:spPr>
        <p:txBody>
          <a:bodyPr/>
          <a:lstStyle/>
          <a:p>
            <a:r>
              <a:rPr lang="en-US" dirty="0"/>
              <a:t>What is a SETA Program?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4C7A42-FA9F-4E90-6F79-99EBEA3A60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530605"/>
              </p:ext>
            </p:extLst>
          </p:nvPr>
        </p:nvGraphicFramePr>
        <p:xfrm>
          <a:off x="521208" y="3042458"/>
          <a:ext cx="11155680" cy="3303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D4A3BBC-0486-2AA6-34EC-F1209490D804}"/>
              </a:ext>
            </a:extLst>
          </p:cNvPr>
          <p:cNvSpPr txBox="1"/>
          <p:nvPr/>
        </p:nvSpPr>
        <p:spPr>
          <a:xfrm>
            <a:off x="515112" y="1945178"/>
            <a:ext cx="10856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SETA program is a structured organizational initiative with three components:</a:t>
            </a:r>
          </a:p>
        </p:txBody>
      </p:sp>
    </p:spTree>
    <p:extLst>
      <p:ext uri="{BB962C8B-B14F-4D97-AF65-F5344CB8AC3E}">
        <p14:creationId xmlns:p14="http://schemas.microsoft.com/office/powerpoint/2010/main" val="261345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55520-DB82-0F60-876D-11C14D1F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2450592"/>
          </a:xfrm>
        </p:spPr>
        <p:txBody>
          <a:bodyPr>
            <a:normAutofit/>
          </a:bodyPr>
          <a:lstStyle/>
          <a:p>
            <a:r>
              <a:rPr lang="en-US" sz="4100" dirty="0"/>
              <a:t>NIST SP 800-50  Recommended Steps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DCE38D-E8BF-02C4-F5A4-ABA783B54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704071"/>
              </p:ext>
            </p:extLst>
          </p:nvPr>
        </p:nvGraphicFramePr>
        <p:xfrm>
          <a:off x="4550374" y="508091"/>
          <a:ext cx="7486455" cy="5746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F1307B-6B44-2B60-2CCB-710AC113CD31}"/>
              </a:ext>
            </a:extLst>
          </p:cNvPr>
          <p:cNvSpPr txBox="1"/>
          <p:nvPr/>
        </p:nvSpPr>
        <p:spPr>
          <a:xfrm>
            <a:off x="517870" y="3158836"/>
            <a:ext cx="40325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NIST SP 800-50 (Revision 1) is the U.S. federal government’s current authoritative standard for SETA programs.  This is a widely adopted standard in the government and private sectors.</a:t>
            </a:r>
          </a:p>
        </p:txBody>
      </p:sp>
    </p:spTree>
    <p:extLst>
      <p:ext uri="{BB962C8B-B14F-4D97-AF65-F5344CB8AC3E}">
        <p14:creationId xmlns:p14="http://schemas.microsoft.com/office/powerpoint/2010/main" val="270763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B2EFD-F804-75DB-A805-EC36E05D9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2387B0-A2F3-4ACB-1513-97A5061BD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A97B7-0453-CDDE-33FF-8A7974E2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4035842" cy="2450592"/>
          </a:xfrm>
        </p:spPr>
        <p:txBody>
          <a:bodyPr>
            <a:normAutofit/>
          </a:bodyPr>
          <a:lstStyle/>
          <a:p>
            <a:r>
              <a:rPr lang="en-US" sz="3600" dirty="0"/>
              <a:t>CISA Cybersecurity Awareness Program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DABA9-9B2F-6599-FDDD-98FA2C49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6B441-1E9E-97E7-AF3C-2DCA38FE4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3F8C8D-4F38-F3F6-BCA7-3A50C2C83A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541084"/>
              </p:ext>
            </p:extLst>
          </p:nvPr>
        </p:nvGraphicFramePr>
        <p:xfrm>
          <a:off x="4550374" y="508091"/>
          <a:ext cx="7486455" cy="5746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BFAE882-B744-87E3-8F77-DA0C083BB373}"/>
              </a:ext>
            </a:extLst>
          </p:cNvPr>
          <p:cNvSpPr txBox="1"/>
          <p:nvPr/>
        </p:nvSpPr>
        <p:spPr>
          <a:xfrm>
            <a:off x="517870" y="3256699"/>
            <a:ext cx="40325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Cybersecurity and Infrastructure Security Agency (CISA) is a free, government-backed initiative providing organizations with ready-to-use awareness resources, toolkits, and campaign materials.  It is actively maintained and focused on practical deployment for organizations of all sizes.</a:t>
            </a:r>
          </a:p>
        </p:txBody>
      </p:sp>
    </p:spTree>
    <p:extLst>
      <p:ext uri="{BB962C8B-B14F-4D97-AF65-F5344CB8AC3E}">
        <p14:creationId xmlns:p14="http://schemas.microsoft.com/office/powerpoint/2010/main" val="118607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1DCB-6421-E207-367E-4CBEA21D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Comparison of NIST and CISA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4AAA667-C858-1D85-43F8-1D05294159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0448662"/>
              </p:ext>
            </p:extLst>
          </p:nvPr>
        </p:nvGraphicFramePr>
        <p:xfrm>
          <a:off x="0" y="2140529"/>
          <a:ext cx="12192000" cy="4717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252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C3B86-9D19-AF16-B79E-0FBE69AE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sz="3700"/>
              <a:t>Recommendation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B179FB-9EA0-19F9-1C02-C86F171930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81325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1BA36CA-81DD-D36A-14A1-E2C414289D10}"/>
              </a:ext>
            </a:extLst>
          </p:cNvPr>
          <p:cNvSpPr txBox="1"/>
          <p:nvPr/>
        </p:nvSpPr>
        <p:spPr>
          <a:xfrm>
            <a:off x="657946" y="2448033"/>
            <a:ext cx="37523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recommend a hybrid approach involving basing the program off the NIST structure and augmenting that program with the ready-made materials in the CISA Awareness Program.</a:t>
            </a:r>
          </a:p>
        </p:txBody>
      </p:sp>
    </p:spTree>
    <p:extLst>
      <p:ext uri="{BB962C8B-B14F-4D97-AF65-F5344CB8AC3E}">
        <p14:creationId xmlns:p14="http://schemas.microsoft.com/office/powerpoint/2010/main" val="232335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2F1E-1E04-C575-0CD7-C160E730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2FDC0-DCFB-F254-A227-2BF234E54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926795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228902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586</Words>
  <Application>Microsoft Macintosh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Security Education, Training &amp; Awareness (SETA) Program</vt:lpstr>
      <vt:lpstr>What is a SETA Program?</vt:lpstr>
      <vt:lpstr>NIST SP 800-50  Recommended Steps</vt:lpstr>
      <vt:lpstr>CISA Cybersecurity Awareness Program</vt:lpstr>
      <vt:lpstr>Comparison of NIST and CISA</vt:lpstr>
      <vt:lpstr>Recommendation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breutzmann</dc:creator>
  <cp:lastModifiedBy>Robert breutzmann</cp:lastModifiedBy>
  <cp:revision>10</cp:revision>
  <dcterms:created xsi:type="dcterms:W3CDTF">2026-05-12T00:59:16Z</dcterms:created>
  <dcterms:modified xsi:type="dcterms:W3CDTF">2026-05-12T02:16:58Z</dcterms:modified>
</cp:coreProperties>
</file>